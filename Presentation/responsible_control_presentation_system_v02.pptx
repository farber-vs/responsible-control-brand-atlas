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2ee2b089cd484c" /><Relationship Type="http://schemas.openxmlformats.org/officeDocument/2006/relationships/extended-properties" Target="/docProps/app.xml" Id="R99e5eb8af43c4974" /><Relationship Type="http://schemas.openxmlformats.org/officeDocument/2006/relationships/officeDocument" Target="/ppt/presentation.xml" Id="Ra44d6e369263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464f280f6446f"/>
  </p:sldMasterIdLst>
  <p:notesMasterIdLst>
    <p:notesMasterId xmlns:r="http://schemas.openxmlformats.org/officeDocument/2006/relationships" r:id="Rbbe953d320d349b7"/>
  </p:notesMasterIdLst>
  <p:sldIdLst>
    <p:sldId xmlns:r="http://schemas.openxmlformats.org/officeDocument/2006/relationships" id="256" r:id="Re872d934de8941ea"/>
    <p:sldId xmlns:r="http://schemas.openxmlformats.org/officeDocument/2006/relationships" id="257" r:id="Rfc4e241c84284675"/>
    <p:sldId xmlns:r="http://schemas.openxmlformats.org/officeDocument/2006/relationships" id="258" r:id="Rdcfb71461afb4405"/>
    <p:sldId xmlns:r="http://schemas.openxmlformats.org/officeDocument/2006/relationships" id="259" r:id="Rd9b13e5868a341ef"/>
    <p:sldId xmlns:r="http://schemas.openxmlformats.org/officeDocument/2006/relationships" id="260" r:id="R9a5affe6125c42b0"/>
    <p:sldId xmlns:r="http://schemas.openxmlformats.org/officeDocument/2006/relationships" id="261" r:id="R69f828c1667f4179"/>
    <p:sldId xmlns:r="http://schemas.openxmlformats.org/officeDocument/2006/relationships" id="262" r:id="Rb9c1bfefd681482b"/>
    <p:sldId xmlns:r="http://schemas.openxmlformats.org/officeDocument/2006/relationships" id="263" r:id="Rc6c15876f7a740f9"/>
    <p:sldId xmlns:r="http://schemas.openxmlformats.org/officeDocument/2006/relationships" id="264" r:id="R272eebd7e8594ebd"/>
    <p:sldId xmlns:r="http://schemas.openxmlformats.org/officeDocument/2006/relationships" id="265" r:id="Rcf42e4016ad34257"/>
    <p:sldId xmlns:r="http://schemas.openxmlformats.org/officeDocument/2006/relationships" id="266" r:id="R25b7abadeb944e19"/>
    <p:sldId xmlns:r="http://schemas.openxmlformats.org/officeDocument/2006/relationships" id="267" r:id="R2abfadfdb63f47ad"/>
    <p:sldId xmlns:r="http://schemas.openxmlformats.org/officeDocument/2006/relationships" id="268" r:id="R79d8a4b6d7134a64"/>
    <p:sldId xmlns:r="http://schemas.openxmlformats.org/officeDocument/2006/relationships" id="269" r:id="R1c735f77dfd943f5"/>
    <p:sldId xmlns:r="http://schemas.openxmlformats.org/officeDocument/2006/relationships" id="270" r:id="Rbb06c6c1d1074535"/>
    <p:sldId xmlns:r="http://schemas.openxmlformats.org/officeDocument/2006/relationships" id="271" r:id="Rc87644aaad464acf"/>
    <p:sldId xmlns:r="http://schemas.openxmlformats.org/officeDocument/2006/relationships" id="272" r:id="R3ef1f6db08334bff"/>
    <p:sldId xmlns:r="http://schemas.openxmlformats.org/officeDocument/2006/relationships" id="273" r:id="R2cc9fc2786b94855"/>
    <p:sldId xmlns:r="http://schemas.openxmlformats.org/officeDocument/2006/relationships" id="274" r:id="R16cc73f0c25d40d4"/>
    <p:sldId xmlns:r="http://schemas.openxmlformats.org/officeDocument/2006/relationships" id="275" r:id="R8d394a34267b455b"/>
    <p:sldId xmlns:r="http://schemas.openxmlformats.org/officeDocument/2006/relationships" id="276" r:id="R7ec1458a8f0949b0"/>
    <p:sldId xmlns:r="http://schemas.openxmlformats.org/officeDocument/2006/relationships" id="277" r:id="R6cbe2fe707f24ae4"/>
    <p:sldId xmlns:r="http://schemas.openxmlformats.org/officeDocument/2006/relationships" id="278" r:id="Ra9557029894b4ccc"/>
    <p:sldId xmlns:r="http://schemas.openxmlformats.org/officeDocument/2006/relationships" id="279" r:id="R71741564f5c040e2"/>
    <p:sldId xmlns:r="http://schemas.openxmlformats.org/officeDocument/2006/relationships" id="280" r:id="Rf46539203f0b48e6"/>
    <p:sldId xmlns:r="http://schemas.openxmlformats.org/officeDocument/2006/relationships" id="281" r:id="Reb997715b7d64ec8"/>
    <p:sldId xmlns:r="http://schemas.openxmlformats.org/officeDocument/2006/relationships" id="282" r:id="Rd6a6fd5aaea14bce"/>
    <p:sldId xmlns:r="http://schemas.openxmlformats.org/officeDocument/2006/relationships" id="283" r:id="Rfc9a9e670f7343d7"/>
    <p:sldId xmlns:r="http://schemas.openxmlformats.org/officeDocument/2006/relationships" id="284" r:id="R90a7e6b4adee4055"/>
    <p:sldId xmlns:r="http://schemas.openxmlformats.org/officeDocument/2006/relationships" id="285" r:id="R03b33e7a1a8e4039"/>
    <p:sldId xmlns:r="http://schemas.openxmlformats.org/officeDocument/2006/relationships" id="286" r:id="R63bb26320ac54b3b"/>
    <p:sldId xmlns:r="http://schemas.openxmlformats.org/officeDocument/2006/relationships" id="287" r:id="R9c9dce6018264833"/>
    <p:sldId xmlns:r="http://schemas.openxmlformats.org/officeDocument/2006/relationships" id="288" r:id="R27feb167fc6542c9"/>
    <p:sldId xmlns:r="http://schemas.openxmlformats.org/officeDocument/2006/relationships" id="289" r:id="Re0324677bf254e87"/>
    <p:sldId xmlns:r="http://schemas.openxmlformats.org/officeDocument/2006/relationships" id="290" r:id="R242b0657ac5a4f6a"/>
    <p:sldId xmlns:r="http://schemas.openxmlformats.org/officeDocument/2006/relationships" id="291" r:id="Rfc58d64085274935"/>
    <p:sldId xmlns:r="http://schemas.openxmlformats.org/officeDocument/2006/relationships" id="292" r:id="R0661f27d08304572"/>
    <p:sldId xmlns:r="http://schemas.openxmlformats.org/officeDocument/2006/relationships" id="293" r:id="R526a798c1c9c481e"/>
    <p:sldId xmlns:r="http://schemas.openxmlformats.org/officeDocument/2006/relationships" id="294" r:id="Rea3ef7f6ad6243c3"/>
    <p:sldId xmlns:r="http://schemas.openxmlformats.org/officeDocument/2006/relationships" id="295" r:id="Ra8db7c80a2164711"/>
    <p:sldId xmlns:r="http://schemas.openxmlformats.org/officeDocument/2006/relationships" id="296" r:id="R45ee1672014b4cb7"/>
    <p:sldId xmlns:r="http://schemas.openxmlformats.org/officeDocument/2006/relationships" id="297" r:id="R5fa74e6c50a34d0b"/>
    <p:sldId xmlns:r="http://schemas.openxmlformats.org/officeDocument/2006/relationships" id="298" r:id="R8f517c553ff54e8d"/>
    <p:sldId xmlns:r="http://schemas.openxmlformats.org/officeDocument/2006/relationships" id="299" r:id="R5e9136e378f844bd"/>
    <p:sldId xmlns:r="http://schemas.openxmlformats.org/officeDocument/2006/relationships" id="300" r:id="Rf5e1513692fe401f"/>
    <p:sldId xmlns:r="http://schemas.openxmlformats.org/officeDocument/2006/relationships" id="301" r:id="R523f9e6cf6514b81"/>
    <p:sldId xmlns:r="http://schemas.openxmlformats.org/officeDocument/2006/relationships" id="302" r:id="Rcbebf37342ec42cc"/>
    <p:sldId xmlns:r="http://schemas.openxmlformats.org/officeDocument/2006/relationships" id="303" r:id="Ref26c31003a4449f"/>
    <p:sldId xmlns:r="http://schemas.openxmlformats.org/officeDocument/2006/relationships" id="304" r:id="R75394ed11c6b49bb"/>
    <p:sldId xmlns:r="http://schemas.openxmlformats.org/officeDocument/2006/relationships" id="305" r:id="R10d5c60fb1a24877"/>
    <p:sldId xmlns:r="http://schemas.openxmlformats.org/officeDocument/2006/relationships" id="306" r:id="R40bff117c7ba489a"/>
    <p:sldId xmlns:r="http://schemas.openxmlformats.org/officeDocument/2006/relationships" id="307" r:id="R3d277c912cbf4353"/>
    <p:sldId xmlns:r="http://schemas.openxmlformats.org/officeDocument/2006/relationships" id="308" r:id="Rbbede0e705bf4f3c"/>
    <p:sldId xmlns:r="http://schemas.openxmlformats.org/officeDocument/2006/relationships" id="309" r:id="R5dc79b3fce9740c5"/>
    <p:sldId xmlns:r="http://schemas.openxmlformats.org/officeDocument/2006/relationships" id="310" r:id="Ra3c136529f18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256a26bab4b95" /><Relationship Type="http://schemas.openxmlformats.org/officeDocument/2006/relationships/slideMaster" Target="/ppt/slideMasters/slideMaster1.xml" Id="Rfad464f280f6446f" /><Relationship Type="http://schemas.openxmlformats.org/officeDocument/2006/relationships/notesMaster" Target="/ppt/notesMasters/notesMaster1.xml" Id="Rbbe953d320d349b7" /><Relationship Type="http://schemas.openxmlformats.org/officeDocument/2006/relationships/presProps" Target="/ppt/presProps.xml" Id="Rac6f7b8020e84944" /><Relationship Type="http://schemas.openxmlformats.org/officeDocument/2006/relationships/tableStyles" Target="/ppt/tableStyles.xml" Id="R8d8f16160c00428a" /><Relationship Type="http://schemas.openxmlformats.org/officeDocument/2006/relationships/slide" Target="/ppt/slides/slide1.xml" Id="Re872d934de8941ea" /><Relationship Type="http://schemas.openxmlformats.org/officeDocument/2006/relationships/slide" Target="/ppt/slides/slide2.xml" Id="Rfc4e241c84284675" /><Relationship Type="http://schemas.openxmlformats.org/officeDocument/2006/relationships/slide" Target="/ppt/slides/slide3.xml" Id="Rdcfb71461afb4405" /><Relationship Type="http://schemas.openxmlformats.org/officeDocument/2006/relationships/slide" Target="/ppt/slides/slide4.xml" Id="Rd9b13e5868a341ef" /><Relationship Type="http://schemas.openxmlformats.org/officeDocument/2006/relationships/slide" Target="/ppt/slides/slide5.xml" Id="R9a5affe6125c42b0" /><Relationship Type="http://schemas.openxmlformats.org/officeDocument/2006/relationships/slide" Target="/ppt/slides/slide6.xml" Id="R69f828c1667f4179" /><Relationship Type="http://schemas.openxmlformats.org/officeDocument/2006/relationships/slide" Target="/ppt/slides/slide7.xml" Id="Rb9c1bfefd681482b" /><Relationship Type="http://schemas.openxmlformats.org/officeDocument/2006/relationships/slide" Target="/ppt/slides/slide8.xml" Id="Rc6c15876f7a740f9" /><Relationship Type="http://schemas.openxmlformats.org/officeDocument/2006/relationships/slide" Target="/ppt/slides/slide9.xml" Id="R272eebd7e8594ebd" /><Relationship Type="http://schemas.openxmlformats.org/officeDocument/2006/relationships/slide" Target="/ppt/slides/slide10.xml" Id="Rcf42e4016ad34257" /><Relationship Type="http://schemas.openxmlformats.org/officeDocument/2006/relationships/slide" Target="/ppt/slides/slide11.xml" Id="R25b7abadeb944e19" /><Relationship Type="http://schemas.openxmlformats.org/officeDocument/2006/relationships/slide" Target="/ppt/slides/slide12.xml" Id="R2abfadfdb63f47ad" /><Relationship Type="http://schemas.openxmlformats.org/officeDocument/2006/relationships/slide" Target="/ppt/slides/slide13.xml" Id="R79d8a4b6d7134a64" /><Relationship Type="http://schemas.openxmlformats.org/officeDocument/2006/relationships/slide" Target="/ppt/slides/slide14.xml" Id="R1c735f77dfd943f5" /><Relationship Type="http://schemas.openxmlformats.org/officeDocument/2006/relationships/slide" Target="/ppt/slides/slide15.xml" Id="Rbb06c6c1d1074535" /><Relationship Type="http://schemas.openxmlformats.org/officeDocument/2006/relationships/slide" Target="/ppt/slides/slide16.xml" Id="Rc87644aaad464acf" /><Relationship Type="http://schemas.openxmlformats.org/officeDocument/2006/relationships/slide" Target="/ppt/slides/slide17.xml" Id="R3ef1f6db08334bff" /><Relationship Type="http://schemas.openxmlformats.org/officeDocument/2006/relationships/slide" Target="/ppt/slides/slide18.xml" Id="R2cc9fc2786b94855" /><Relationship Type="http://schemas.openxmlformats.org/officeDocument/2006/relationships/slide" Target="/ppt/slides/slide19.xml" Id="R16cc73f0c25d40d4" /><Relationship Type="http://schemas.openxmlformats.org/officeDocument/2006/relationships/slide" Target="/ppt/slides/slide20.xml" Id="R8d394a34267b455b" /><Relationship Type="http://schemas.openxmlformats.org/officeDocument/2006/relationships/slide" Target="/ppt/slides/slide21.xml" Id="R7ec1458a8f0949b0" /><Relationship Type="http://schemas.openxmlformats.org/officeDocument/2006/relationships/slide" Target="/ppt/slides/slide22.xml" Id="R6cbe2fe707f24ae4" /><Relationship Type="http://schemas.openxmlformats.org/officeDocument/2006/relationships/slide" Target="/ppt/slides/slide23.xml" Id="Ra9557029894b4ccc" /><Relationship Type="http://schemas.openxmlformats.org/officeDocument/2006/relationships/slide" Target="/ppt/slides/slide24.xml" Id="R71741564f5c040e2" /><Relationship Type="http://schemas.openxmlformats.org/officeDocument/2006/relationships/slide" Target="/ppt/slides/slide25.xml" Id="Rf46539203f0b48e6" /><Relationship Type="http://schemas.openxmlformats.org/officeDocument/2006/relationships/slide" Target="/ppt/slides/slide26.xml" Id="Reb997715b7d64ec8" /><Relationship Type="http://schemas.openxmlformats.org/officeDocument/2006/relationships/slide" Target="/ppt/slides/slide27.xml" Id="Rd6a6fd5aaea14bce" /><Relationship Type="http://schemas.openxmlformats.org/officeDocument/2006/relationships/slide" Target="/ppt/slides/slide28.xml" Id="Rfc9a9e670f7343d7" /><Relationship Type="http://schemas.openxmlformats.org/officeDocument/2006/relationships/slide" Target="/ppt/slides/slide29.xml" Id="R90a7e6b4adee4055" /><Relationship Type="http://schemas.openxmlformats.org/officeDocument/2006/relationships/slide" Target="/ppt/slides/slide30.xml" Id="R03b33e7a1a8e4039" /><Relationship Type="http://schemas.openxmlformats.org/officeDocument/2006/relationships/slide" Target="/ppt/slides/slide31.xml" Id="R63bb26320ac54b3b" /><Relationship Type="http://schemas.openxmlformats.org/officeDocument/2006/relationships/slide" Target="/ppt/slides/slide32.xml" Id="R9c9dce6018264833" /><Relationship Type="http://schemas.openxmlformats.org/officeDocument/2006/relationships/slide" Target="/ppt/slides/slide33.xml" Id="R27feb167fc6542c9" /><Relationship Type="http://schemas.openxmlformats.org/officeDocument/2006/relationships/slide" Target="/ppt/slides/slide34.xml" Id="Re0324677bf254e87" /><Relationship Type="http://schemas.openxmlformats.org/officeDocument/2006/relationships/slide" Target="/ppt/slides/slide35.xml" Id="R242b0657ac5a4f6a" /><Relationship Type="http://schemas.openxmlformats.org/officeDocument/2006/relationships/slide" Target="/ppt/slides/slide36.xml" Id="Rfc58d64085274935" /><Relationship Type="http://schemas.openxmlformats.org/officeDocument/2006/relationships/slide" Target="/ppt/slides/slide37.xml" Id="R0661f27d08304572" /><Relationship Type="http://schemas.openxmlformats.org/officeDocument/2006/relationships/slide" Target="/ppt/slides/slide38.xml" Id="R526a798c1c9c481e" /><Relationship Type="http://schemas.openxmlformats.org/officeDocument/2006/relationships/slide" Target="/ppt/slides/slide39.xml" Id="Rea3ef7f6ad6243c3" /><Relationship Type="http://schemas.openxmlformats.org/officeDocument/2006/relationships/slide" Target="/ppt/slides/slide40.xml" Id="Ra8db7c80a2164711" /><Relationship Type="http://schemas.openxmlformats.org/officeDocument/2006/relationships/slide" Target="/ppt/slides/slide41.xml" Id="R45ee1672014b4cb7" /><Relationship Type="http://schemas.openxmlformats.org/officeDocument/2006/relationships/slide" Target="/ppt/slides/slide42.xml" Id="R5fa74e6c50a34d0b" /><Relationship Type="http://schemas.openxmlformats.org/officeDocument/2006/relationships/slide" Target="/ppt/slides/slide43.xml" Id="R8f517c553ff54e8d" /><Relationship Type="http://schemas.openxmlformats.org/officeDocument/2006/relationships/slide" Target="/ppt/slides/slide44.xml" Id="R5e9136e378f844bd" /><Relationship Type="http://schemas.openxmlformats.org/officeDocument/2006/relationships/slide" Target="/ppt/slides/slide45.xml" Id="Rf5e1513692fe401f" /><Relationship Type="http://schemas.openxmlformats.org/officeDocument/2006/relationships/slide" Target="/ppt/slides/slide46.xml" Id="R523f9e6cf6514b81" /><Relationship Type="http://schemas.openxmlformats.org/officeDocument/2006/relationships/slide" Target="/ppt/slides/slide47.xml" Id="Rcbebf37342ec42cc" /><Relationship Type="http://schemas.openxmlformats.org/officeDocument/2006/relationships/slide" Target="/ppt/slides/slide48.xml" Id="Ref26c31003a4449f" /><Relationship Type="http://schemas.openxmlformats.org/officeDocument/2006/relationships/slide" Target="/ppt/slides/slide49.xml" Id="R75394ed11c6b49bb" /><Relationship Type="http://schemas.openxmlformats.org/officeDocument/2006/relationships/slide" Target="/ppt/slides/slide50.xml" Id="R10d5c60fb1a24877" /><Relationship Type="http://schemas.openxmlformats.org/officeDocument/2006/relationships/slide" Target="/ppt/slides/slide51.xml" Id="R40bff117c7ba489a" /><Relationship Type="http://schemas.openxmlformats.org/officeDocument/2006/relationships/slide" Target="/ppt/slides/slide52.xml" Id="R3d277c912cbf4353" /><Relationship Type="http://schemas.openxmlformats.org/officeDocument/2006/relationships/slide" Target="/ppt/slides/slide53.xml" Id="Rbbede0e705bf4f3c" /><Relationship Type="http://schemas.openxmlformats.org/officeDocument/2006/relationships/slide" Target="/ppt/slides/slide54.xml" Id="R5dc79b3fce9740c5" /><Relationship Type="http://schemas.openxmlformats.org/officeDocument/2006/relationships/slide" Target="/ppt/slides/slide55.xml" Id="Ra3c136529f18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75b382ac634c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f9dec8cae4451e" /><Relationship Type="http://schemas.openxmlformats.org/officeDocument/2006/relationships/notesMaster" Target="/ppt/notesMasters/notesMaster1.xml" Id="R096bba7c724a40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5aec73acd64036" /><Relationship Type="http://schemas.openxmlformats.org/officeDocument/2006/relationships/notesMaster" Target="/ppt/notesMasters/notesMaster1.xml" Id="Rc16b9369e7504f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3403f0ca04bdf" /><Relationship Type="http://schemas.openxmlformats.org/officeDocument/2006/relationships/notesMaster" Target="/ppt/notesMasters/notesMaster1.xml" Id="R7112856374dd44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d908f86c55461b" /><Relationship Type="http://schemas.openxmlformats.org/officeDocument/2006/relationships/notesMaster" Target="/ppt/notesMasters/notesMaster1.xml" Id="Rf24116500353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c92ecac3c245b1" /><Relationship Type="http://schemas.openxmlformats.org/officeDocument/2006/relationships/notesMaster" Target="/ppt/notesMasters/notesMaster1.xml" Id="Rf2bef752d98b4a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b84213cfc14f97" /><Relationship Type="http://schemas.openxmlformats.org/officeDocument/2006/relationships/notesMaster" Target="/ppt/notesMasters/notesMaster1.xml" Id="Rda98ef46a5a84b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2d31d2848a42c9" /><Relationship Type="http://schemas.openxmlformats.org/officeDocument/2006/relationships/notesMaster" Target="/ppt/notesMasters/notesMaster1.xml" Id="R75bf976c0b89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65def21b294b31" /><Relationship Type="http://schemas.openxmlformats.org/officeDocument/2006/relationships/notesMaster" Target="/ppt/notesMasters/notesMaster1.xml" Id="Rf41cbf05210f45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97bfbe491c4c71" /><Relationship Type="http://schemas.openxmlformats.org/officeDocument/2006/relationships/notesMaster" Target="/ppt/notesMasters/notesMaster1.xml" Id="R0bea9f07519f47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f19f7b2d8f420e" /><Relationship Type="http://schemas.openxmlformats.org/officeDocument/2006/relationships/notesMaster" Target="/ppt/notesMasters/notesMaster1.xml" Id="R18b80514effe46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83f42f88024050" /><Relationship Type="http://schemas.openxmlformats.org/officeDocument/2006/relationships/notesMaster" Target="/ppt/notesMasters/notesMaster1.xml" Id="Rad934850a38748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52b1a32ae0469e" /><Relationship Type="http://schemas.openxmlformats.org/officeDocument/2006/relationships/notesMaster" Target="/ppt/notesMasters/notesMaster1.xml" Id="R0759a3ff7b9641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e66240f05747cd" /><Relationship Type="http://schemas.openxmlformats.org/officeDocument/2006/relationships/notesMaster" Target="/ppt/notesMasters/notesMaster1.xml" Id="R26b5256b943646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af1285a5884b8f" /><Relationship Type="http://schemas.openxmlformats.org/officeDocument/2006/relationships/notesMaster" Target="/ppt/notesMasters/notesMaster1.xml" Id="R7445d85c570c44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6118ec2f9f4eef" /><Relationship Type="http://schemas.openxmlformats.org/officeDocument/2006/relationships/notesMaster" Target="/ppt/notesMasters/notesMaster1.xml" Id="Rbbc8d032efe346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a9010743fa4d9f" /><Relationship Type="http://schemas.openxmlformats.org/officeDocument/2006/relationships/notesMaster" Target="/ppt/notesMasters/notesMaster1.xml" Id="R13d6ace9d61947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773a3fed624cce" /><Relationship Type="http://schemas.openxmlformats.org/officeDocument/2006/relationships/notesMaster" Target="/ppt/notesMasters/notesMaster1.xml" Id="Ra86f912a214a40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e1dd8545dc4ee0" /><Relationship Type="http://schemas.openxmlformats.org/officeDocument/2006/relationships/notesMaster" Target="/ppt/notesMasters/notesMaster1.xml" Id="Rc2b6ef4c84c143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38d0c8b507458c" /><Relationship Type="http://schemas.openxmlformats.org/officeDocument/2006/relationships/notesMaster" Target="/ppt/notesMasters/notesMaster1.xml" Id="R9c9a2280eb9246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b8d2ad36784195" /><Relationship Type="http://schemas.openxmlformats.org/officeDocument/2006/relationships/notesMaster" Target="/ppt/notesMasters/notesMaster1.xml" Id="R7dbcf7cf57ce46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7eb041860645bb" /><Relationship Type="http://schemas.openxmlformats.org/officeDocument/2006/relationships/notesMaster" Target="/ppt/notesMasters/notesMaster1.xml" Id="Rfc3c40dd76e14a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8db6d2fccd4f76" /><Relationship Type="http://schemas.openxmlformats.org/officeDocument/2006/relationships/notesMaster" Target="/ppt/notesMasters/notesMaster1.xml" Id="R7612a326884542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f41c62db1a4333" /><Relationship Type="http://schemas.openxmlformats.org/officeDocument/2006/relationships/notesMaster" Target="/ppt/notesMasters/notesMaster1.xml" Id="Rc4b0ef6e14b845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afb845d00f4b4a" /><Relationship Type="http://schemas.openxmlformats.org/officeDocument/2006/relationships/notesMaster" Target="/ppt/notesMasters/notesMaster1.xml" Id="R18ad15d6ef7b472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100308fb6ac44dc" /><Relationship Type="http://schemas.openxmlformats.org/officeDocument/2006/relationships/notesMaster" Target="/ppt/notesMasters/notesMaster1.xml" Id="Raffdd27f891c49c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26c4f5dc8cf4f71" /><Relationship Type="http://schemas.openxmlformats.org/officeDocument/2006/relationships/notesMaster" Target="/ppt/notesMasters/notesMaster1.xml" Id="R9f0098459765499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de22e27db64fc4" /><Relationship Type="http://schemas.openxmlformats.org/officeDocument/2006/relationships/notesMaster" Target="/ppt/notesMasters/notesMaster1.xml" Id="R2dbb4a917aa048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a8fd0b1037452a" /><Relationship Type="http://schemas.openxmlformats.org/officeDocument/2006/relationships/notesMaster" Target="/ppt/notesMasters/notesMaster1.xml" Id="R1825dd77af9f45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775d3039c5f4cf0" /><Relationship Type="http://schemas.openxmlformats.org/officeDocument/2006/relationships/notesMaster" Target="/ppt/notesMasters/notesMaster1.xml" Id="R26e153b9c1fb419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bbeaefd6c9482a" /><Relationship Type="http://schemas.openxmlformats.org/officeDocument/2006/relationships/notesMaster" Target="/ppt/notesMasters/notesMaster1.xml" Id="R19337c54f65045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f68c2b6c5884c34" /><Relationship Type="http://schemas.openxmlformats.org/officeDocument/2006/relationships/notesMaster" Target="/ppt/notesMasters/notesMaster1.xml" Id="R00819b9d4aae493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c73fc81712479f" /><Relationship Type="http://schemas.openxmlformats.org/officeDocument/2006/relationships/notesMaster" Target="/ppt/notesMasters/notesMaster1.xml" Id="Rffbef333ee544e8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b71ede17b614dbd" /><Relationship Type="http://schemas.openxmlformats.org/officeDocument/2006/relationships/notesMaster" Target="/ppt/notesMasters/notesMaster1.xml" Id="Rd3b47ef3b5cd40a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a2cdfecdcf34bfc" /><Relationship Type="http://schemas.openxmlformats.org/officeDocument/2006/relationships/notesMaster" Target="/ppt/notesMasters/notesMaster1.xml" Id="R95c53543335a428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9d7be6dd50c40a5" /><Relationship Type="http://schemas.openxmlformats.org/officeDocument/2006/relationships/notesMaster" Target="/ppt/notesMasters/notesMaster1.xml" Id="R475c573705f3492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63864344d5a4f9e" /><Relationship Type="http://schemas.openxmlformats.org/officeDocument/2006/relationships/notesMaster" Target="/ppt/notesMasters/notesMaster1.xml" Id="R4998a4db7500467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5675c5e59a4ee2" /><Relationship Type="http://schemas.openxmlformats.org/officeDocument/2006/relationships/notesMaster" Target="/ppt/notesMasters/notesMaster1.xml" Id="R9ac0dd2cff414f9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8acc256a13a4e31" /><Relationship Type="http://schemas.openxmlformats.org/officeDocument/2006/relationships/notesMaster" Target="/ppt/notesMasters/notesMaster1.xml" Id="R5d6b1a1f4fc14f7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c723c5bd8264bf0" /><Relationship Type="http://schemas.openxmlformats.org/officeDocument/2006/relationships/notesMaster" Target="/ppt/notesMasters/notesMaster1.xml" Id="R075f9b15a2f4498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f203cedee6c41b1" /><Relationship Type="http://schemas.openxmlformats.org/officeDocument/2006/relationships/notesMaster" Target="/ppt/notesMasters/notesMaster1.xml" Id="R4504051478c84b8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796ddce20b04afc" /><Relationship Type="http://schemas.openxmlformats.org/officeDocument/2006/relationships/notesMaster" Target="/ppt/notesMasters/notesMaster1.xml" Id="R5c552209f412431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6ba9d3724eb4e9c" /><Relationship Type="http://schemas.openxmlformats.org/officeDocument/2006/relationships/notesMaster" Target="/ppt/notesMasters/notesMaster1.xml" Id="Rfb2ba5d54efc4e2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b1ba9ee8798442c" /><Relationship Type="http://schemas.openxmlformats.org/officeDocument/2006/relationships/notesMaster" Target="/ppt/notesMasters/notesMaster1.xml" Id="R5848adad1d6e4e7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c4555a6601e4c90" /><Relationship Type="http://schemas.openxmlformats.org/officeDocument/2006/relationships/notesMaster" Target="/ppt/notesMasters/notesMaster1.xml" Id="Rba271cef1810488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988576d883440cf" /><Relationship Type="http://schemas.openxmlformats.org/officeDocument/2006/relationships/notesMaster" Target="/ppt/notesMasters/notesMaster1.xml" Id="R736248da627441c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0629c39704e4b6c" /><Relationship Type="http://schemas.openxmlformats.org/officeDocument/2006/relationships/notesMaster" Target="/ppt/notesMasters/notesMaster1.xml" Id="R65482847d57143a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d2f76d93a4a4e7c" /><Relationship Type="http://schemas.openxmlformats.org/officeDocument/2006/relationships/notesMaster" Target="/ppt/notesMasters/notesMaster1.xml" Id="R593c5f55c8fe460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81a8d1efa8545f1" /><Relationship Type="http://schemas.openxmlformats.org/officeDocument/2006/relationships/notesMaster" Target="/ppt/notesMasters/notesMaster1.xml" Id="R1f23523e6212490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8adc3de9f974833" /><Relationship Type="http://schemas.openxmlformats.org/officeDocument/2006/relationships/notesMaster" Target="/ppt/notesMasters/notesMaster1.xml" Id="R35a3b2caed3b44b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8e659fb0ab84e05" /><Relationship Type="http://schemas.openxmlformats.org/officeDocument/2006/relationships/notesMaster" Target="/ppt/notesMasters/notesMaster1.xml" Id="R4b809e543b1b4af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03691d55da34e1f" /><Relationship Type="http://schemas.openxmlformats.org/officeDocument/2006/relationships/notesMaster" Target="/ppt/notesMasters/notesMaster1.xml" Id="R76436cd11b1c42d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b6d8bb2bde64c4e" /><Relationship Type="http://schemas.openxmlformats.org/officeDocument/2006/relationships/notesMaster" Target="/ppt/notesMasters/notesMaster1.xml" Id="R5f22fb414a704b7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e0cbe4605b948d7" /><Relationship Type="http://schemas.openxmlformats.org/officeDocument/2006/relationships/notesMaster" Target="/ppt/notesMasters/notesMaster1.xml" Id="R2ed9d01ccfff44c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fca92e2888d446d" /><Relationship Type="http://schemas.openxmlformats.org/officeDocument/2006/relationships/notesMaster" Target="/ppt/notesMasters/notesMaster1.xml" Id="R6339e40458c34d9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dd88ad9c6504d95" /><Relationship Type="http://schemas.openxmlformats.org/officeDocument/2006/relationships/notesMaster" Target="/ppt/notesMasters/notesMaster1.xml" Id="R53cb013693f1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RC/Slide/Cover</a:t>
            </a:r>
          </a:p>
          <a:p xmlns:a="http://schemas.openxmlformats.org/drawingml/2006/main">
            <a:r>
              <a:t>Use: Обложка системы или крупного раздела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README.md; 08_Visual_System.md; 20_One_Page.md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RC/Slide/Statement</a:t>
            </a:r>
          </a:p>
          <a:p xmlns:a="http://schemas.openxmlformats.org/drawingml/2006/main">
            <a:r>
              <a:t>Use: Один принцип или итог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Визуальная позиция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RC/Slide/OneColumn</a:t>
            </a:r>
          </a:p>
          <a:p xmlns:a="http://schemas.openxmlformats.org/drawingml/2006/main">
            <a:r>
              <a:t>Use: Последовательный нормативный список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Семь визуальных принципов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RC/Slide/Table</a:t>
            </a:r>
          </a:p>
          <a:p xmlns:a="http://schemas.openxmlformats.org/drawingml/2006/main">
            <a:r>
              <a:t>Use: Шкала, роли и правила типографики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Прототипная типографика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RC/Slide/Table</a:t>
            </a:r>
          </a:p>
          <a:p xmlns:a="http://schemas.openxmlformats.org/drawingml/2006/main">
            <a:r>
              <a:t>Use: Палитра и функциональные ограничения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Цвет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RC/Slide/TextVisual</a:t>
            </a:r>
          </a:p>
          <a:p xmlns:a="http://schemas.openxmlformats.org/drawingml/2006/main">
            <a:r>
              <a:t>Use: Правила композиции и демонстрация 12 колонок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Сетка и композиция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RC/Slide/Comparison</a:t>
            </a:r>
          </a:p>
          <a:p xmlns:a="http://schemas.openxmlformats.org/drawingml/2006/main">
            <a:r>
              <a:t>Use: Сопоставить формальные и визуальные ограничения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Форма; Изображения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RC/Slide/Evidence</a:t>
            </a:r>
          </a:p>
          <a:p xmlns:a="http://schemas.openxmlformats.org/drawingml/2006/main">
            <a:r>
              <a:t>Use: Показать знак и ограничения его применения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Знак системы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RC/Slide/Process</a:t>
            </a:r>
          </a:p>
          <a:p xmlns:a="http://schemas.openxmlformats.org/drawingml/2006/main">
            <a:r>
              <a:t>Use: Показать функциональный темп и запреты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Motion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RC/Slide/Comparison</a:t>
            </a:r>
          </a:p>
          <a:p xmlns:a="http://schemas.openxmlformats.org/drawingml/2006/main">
            <a:r>
              <a:t>Use: Удержать систему между двумя нежелательными полюсами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Анти-luxury и анти-punitive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RC/Slide/Statement</a:t>
            </a:r>
          </a:p>
          <a:p xmlns:a="http://schemas.openxmlformats.org/drawingml/2006/main">
            <a:r>
              <a:t>Use: Зафиксировать грамматику без логотипа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Узнаваемость без логотипа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RC/Slide/Section</a:t>
            </a:r>
          </a:p>
          <a:p xmlns:a="http://schemas.openxmlformats.org/drawingml/2006/main">
            <a:r>
              <a:t>Use: Переход к новому уровню рассказа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RC/Slide/OneColumn</a:t>
            </a:r>
          </a:p>
          <a:p xmlns:a="http://schemas.openxmlformats.org/drawingml/2006/main">
            <a:r>
              <a:t>Use: Перечислить проверяемые свойства опыта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Что мы проверяем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RC/Slide/Process</a:t>
            </a:r>
          </a:p>
          <a:p xmlns:a="http://schemas.openxmlformats.org/drawingml/2006/main">
            <a:r>
              <a:t>Use: Показать полный путь человека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Сквозной сценарий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RC/Slide/Section</a:t>
            </a:r>
          </a:p>
          <a:p xmlns:a="http://schemas.openxmlformats.org/drawingml/2006/main">
            <a:r>
              <a:t>Use: Переход к новому уровню рассказа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Физический комплект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RC/Slide/TextVisual</a:t>
            </a:r>
          </a:p>
          <a:p xmlns:a="http://schemas.openxmlformats.org/drawingml/2006/main">
            <a:r>
              <a:t>Use: Требования слева, будущий макет справа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Физический комплект / Упаковка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RC/Slide/Process</a:t>
            </a:r>
          </a:p>
          <a:p xmlns:a="http://schemas.openxmlformats.org/drawingml/2006/main">
            <a:r>
              <a:t>Use: Показать элементы пути через точку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Физический комплект / Пространство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RC/Slide/TextVisual</a:t>
            </a:r>
          </a:p>
          <a:p xmlns:a="http://schemas.openxmlformats.org/drawingml/2006/main">
            <a:r>
              <a:t>Use: Комплект слева, будущая раскладка справа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Физический комплект / Печатные носители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RC/Slide/Process</a:t>
            </a:r>
          </a:p>
          <a:p xmlns:a="http://schemas.openxmlformats.org/drawingml/2006/main">
            <a:r>
              <a:t>Use: Показать семь экранов и служебное исключение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Digital-комплект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RC/Slide/OneColumn</a:t>
            </a:r>
          </a:p>
          <a:p xmlns:a="http://schemas.openxmlformats.org/drawingml/2006/main">
            <a:r>
              <a:t>Use: Перечислить пять разыгрываемых ситуаций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Сервисные сценарии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RC/Slide/Comparison</a:t>
            </a:r>
          </a:p>
          <a:p xmlns:a="http://schemas.openxmlformats.org/drawingml/2006/main">
            <a:r>
              <a:t>Use: Сопоставить три режима в одном пространстве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Сенсорные режимы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RC/Slide/OneColumn</a:t>
            </a:r>
          </a:p>
          <a:p xmlns:a="http://schemas.openxmlformats.org/drawingml/2006/main">
            <a:r>
              <a:t>Use: Сделать границу MVP видимой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Что намеренно не делаем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RC/Slide/OneColumn</a:t>
            </a:r>
          </a:p>
          <a:p xmlns:a="http://schemas.openxmlformats.org/drawingml/2006/main">
            <a:r>
              <a:t>Use: Показать проверяемые условия завершения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Definition of Done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RC/Slide/NextSteps</a:t>
            </a:r>
          </a:p>
          <a:p xmlns:a="http://schemas.openxmlformats.org/drawingml/2006/main">
            <a:r>
              <a:t>Use: Завершить решением, которое должен позволить прототип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15_MVP_Prototype.md — Итог 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RC/Slide/Section</a:t>
            </a:r>
          </a:p>
          <a:p xmlns:a="http://schemas.openxmlformats.org/drawingml/2006/main">
            <a:r>
              <a:t>Use: Переход к новому уровню рассказа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08_Visual_System.md; 10_Packaging_System.md; 11_Retail_Environment.md; 14_Channels_and_Digital.md; 15_MVP_Prototype.md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10_Packaging_System.md — Три семейства MVP; Цвет и различимость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10_Packaging_System.md — A. Жидкость; Лицевая иерархия; Оборот и боковые зоны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10_Packaging_System.md — B. Набор единиц; Лицевая иерархия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10_Packaging_System.md — C. Контролируемая единица; Материальная система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Узнаваемость без логотипа; 10_Packaging_System.md — Лицевая иерархия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10_Packaging_System.md — Оборот и боковые зоны; QR и реестр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RC/Solution/KitOverview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10_Packaging_System.md — Три прототипа; 15_MVP_Prototype.md — Упаковка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RC/Slide/Section</a:t>
            </a:r>
          </a:p>
          <a:p xmlns:a="http://schemas.openxmlformats.org/drawingml/2006/main">
            <a:r>
              <a:t>Use: Переход к новому уровню рассказа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11_Retail_Environment.md; 13_Sensory_Standard.md; 15_MVP_Prototype.md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Фасад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Зоны / Порог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Публичная информация; Ориентация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Очередь; Приватная консультация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Проверка и подтверждение; Выдача; Выкладка и хранение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Выход; Пакет и чек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RC/Solution/PlanBrief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Зоны; Навигация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RC/Slide/Section</a:t>
            </a:r>
          </a:p>
          <a:p xmlns:a="http://schemas.openxmlformats.org/drawingml/2006/main">
            <a:r>
              <a:t>Use: Переход к новому уровню рассказа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Пакет и чек; 15_MVP_Prototype.md — Печатные носители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14_Channels_and_Digital.md — Карточка продукта; 15_MVP_Prototype.md — Печатные носители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11_Retail_Environment.md — Пакет и чек; 12_Staff_Behaviour.md — Формула отказа; 15_MVP_Prototype.md — Печатные носители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12_Staff_Behaviour.md — Внешний вид сотрудника; 15_MVP_Prototype.md — Служебный badge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RC/Slide/Section</a:t>
            </a:r>
          </a:p>
          <a:p xmlns:a="http://schemas.openxmlformats.org/drawingml/2006/main">
            <a:r>
              <a:t>Use: Переход к новому уровню рассказа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14_Channels_and_Digital.md; 15_MVP_Prototype.md — Digital-комплект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14_Channels_and_Digital.md — Digital-каталог / Путь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14_Channels_and_Digital.md — Digital-каталог / Путь; Разрешённые фильтры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14_Channels_and_Digital.md — Аккаунт и данные; Уведомления; Help channel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RC/Solution/ScreenBrief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14_Channels_and_Digital.md — Архитектура каналов; 15_MVP_Prototype.md — Digital-комплект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RC/Slide/Section</a:t>
            </a:r>
          </a:p>
          <a:p xmlns:a="http://schemas.openxmlformats.org/drawingml/2006/main">
            <a:r>
              <a:t>Use: Переход к новому уровню рассказа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12_Staff_Behaviour.md; 13_Sensory_Standard.md; 15_MVP_Prototype.md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RC/Solution/Storyboard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12_Staff_Behaviour.md — Базовый сценарий; 15_MVP_Prototype.md — Сервисные сценарии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RC/Solution/Storyboard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12_Staff_Behaviour.md — Формула отказа; Невербальное поведение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13_Sensory_Standard.md — Свет; Музыка и звук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RC/Solution/ShotBrief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13_Sensory_Standard.md — Тест; 15_MVP_Prototype.md — Сенсорные режимы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RC/Solution/FinalAssembly</a:t>
            </a:r>
          </a:p>
          <a:p xmlns:a="http://schemas.openxmlformats.org/drawingml/2006/main">
            <a:r>
              <a:t>Use: Зафиксировать обязательный визуал, его ракурс и функцию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08_Visual_System.md — Узнаваемость без логотипа; 15_MVP_Prototype.md — Definition of Done; Итог 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d409ee8704d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0546131f534cce" /><Relationship Type="http://schemas.openxmlformats.org/officeDocument/2006/relationships/slideLayout" Target="/ppt/slideLayouts/slideLayout1.xml" Id="R05fd6b79390647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fd6b79390647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c7dc54b444dc9" /><Relationship Type="http://schemas.openxmlformats.org/officeDocument/2006/relationships/notesSlide" Target="/ppt/notesSlides/notesSlide1.xml" Id="Rfbe821e2324f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24e1bf36c4b4c" /><Relationship Type="http://schemas.openxmlformats.org/officeDocument/2006/relationships/notesSlide" Target="/ppt/notesSlides/notesSlide2.xml" Id="R8481cc4c9bc342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c0494b3094c41" /><Relationship Type="http://schemas.openxmlformats.org/officeDocument/2006/relationships/notesSlide" Target="/ppt/notesSlides/notesSlide3.xml" Id="Rea173c3e02714b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fc67a0c664c7d" /><Relationship Type="http://schemas.openxmlformats.org/officeDocument/2006/relationships/notesSlide" Target="/ppt/notesSlides/notesSlide4.xml" Id="Rc8c61e24fb7749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c084a27ac4545" /><Relationship Type="http://schemas.openxmlformats.org/officeDocument/2006/relationships/notesSlide" Target="/ppt/notesSlides/notesSlide5.xml" Id="R00d7945e94804f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2285a1c4e486e" /><Relationship Type="http://schemas.openxmlformats.org/officeDocument/2006/relationships/notesSlide" Target="/ppt/notesSlides/notesSlide6.xml" Id="Rec46843e85d740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0c3cfda4b4cf2" /><Relationship Type="http://schemas.openxmlformats.org/officeDocument/2006/relationships/notesSlide" Target="/ppt/notesSlides/notesSlide7.xml" Id="Rec4af7b1749b4b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30f2133f346d9" /><Relationship Type="http://schemas.openxmlformats.org/officeDocument/2006/relationships/notesSlide" Target="/ppt/notesSlides/notesSlide8.xml" Id="Rc7599150888c4d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86b1951e446df" /><Relationship Type="http://schemas.openxmlformats.org/officeDocument/2006/relationships/notesSlide" Target="/ppt/notesSlides/notesSlide9.xml" Id="R06a50361e8f84a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6891e61754d1e" /><Relationship Type="http://schemas.openxmlformats.org/officeDocument/2006/relationships/notesSlide" Target="/ppt/notesSlides/notesSlide10.xml" Id="R336fa7edfaf34f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4efcb81524902" /><Relationship Type="http://schemas.openxmlformats.org/officeDocument/2006/relationships/notesSlide" Target="/ppt/notesSlides/notesSlide11.xml" Id="R98c4984407544e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4193c69554055" /><Relationship Type="http://schemas.openxmlformats.org/officeDocument/2006/relationships/notesSlide" Target="/ppt/notesSlides/notesSlide12.xml" Id="Rbbb81696e58640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608950b224895" /><Relationship Type="http://schemas.openxmlformats.org/officeDocument/2006/relationships/notesSlide" Target="/ppt/notesSlides/notesSlide13.xml" Id="Rcff3369a11bb49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7a33bb8064e1e" /><Relationship Type="http://schemas.openxmlformats.org/officeDocument/2006/relationships/notesSlide" Target="/ppt/notesSlides/notesSlide14.xml" Id="R7e324d7aedf444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fd06f43c746e7" /><Relationship Type="http://schemas.openxmlformats.org/officeDocument/2006/relationships/notesSlide" Target="/ppt/notesSlides/notesSlide15.xml" Id="Rdb7af9a50a9941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27677226249a3" /><Relationship Type="http://schemas.openxmlformats.org/officeDocument/2006/relationships/notesSlide" Target="/ppt/notesSlides/notesSlide16.xml" Id="R63330d7ef1b348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0f2f7adae4eb0" /><Relationship Type="http://schemas.openxmlformats.org/officeDocument/2006/relationships/notesSlide" Target="/ppt/notesSlides/notesSlide17.xml" Id="Rb5c3be4615824f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6db429e4741a3" /><Relationship Type="http://schemas.openxmlformats.org/officeDocument/2006/relationships/notesSlide" Target="/ppt/notesSlides/notesSlide18.xml" Id="Re53aa8be5bbf47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b45f1f29b474d" /><Relationship Type="http://schemas.openxmlformats.org/officeDocument/2006/relationships/notesSlide" Target="/ppt/notesSlides/notesSlide19.xml" Id="R3a129c9e3cee43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46b1b5c794ca0" /><Relationship Type="http://schemas.openxmlformats.org/officeDocument/2006/relationships/notesSlide" Target="/ppt/notesSlides/notesSlide20.xml" Id="Ra6e5871070ad47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e1d361dd43fb" /><Relationship Type="http://schemas.openxmlformats.org/officeDocument/2006/relationships/notesSlide" Target="/ppt/notesSlides/notesSlide21.xml" Id="R0626c21d121c44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e90976b648b9" /><Relationship Type="http://schemas.openxmlformats.org/officeDocument/2006/relationships/notesSlide" Target="/ppt/notesSlides/notesSlide22.xml" Id="Rd0968843691d4b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c3ac16fa24040" /><Relationship Type="http://schemas.openxmlformats.org/officeDocument/2006/relationships/notesSlide" Target="/ppt/notesSlides/notesSlide23.xml" Id="Rf074b93d25cd40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3564dc46c4945" /><Relationship Type="http://schemas.openxmlformats.org/officeDocument/2006/relationships/notesSlide" Target="/ppt/notesSlides/notesSlide24.xml" Id="R8463970e06fc49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a3e1fe5134b68" /><Relationship Type="http://schemas.openxmlformats.org/officeDocument/2006/relationships/notesSlide" Target="/ppt/notesSlides/notesSlide25.xml" Id="R4abf26d9d7394f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bddaa9f4f468d" /><Relationship Type="http://schemas.openxmlformats.org/officeDocument/2006/relationships/notesSlide" Target="/ppt/notesSlides/notesSlide26.xml" Id="R20458d3ae0d148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0a2902beb4831" /><Relationship Type="http://schemas.openxmlformats.org/officeDocument/2006/relationships/notesSlide" Target="/ppt/notesSlides/notesSlide27.xml" Id="R52080296d8314f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7b120e9b742e2" /><Relationship Type="http://schemas.openxmlformats.org/officeDocument/2006/relationships/notesSlide" Target="/ppt/notesSlides/notesSlide28.xml" Id="R281cd63ddf04449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34e3f10d94202" /><Relationship Type="http://schemas.openxmlformats.org/officeDocument/2006/relationships/notesSlide" Target="/ppt/notesSlides/notesSlide29.xml" Id="Rc0929a03d3b5435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427ee10094fe9" /><Relationship Type="http://schemas.openxmlformats.org/officeDocument/2006/relationships/notesSlide" Target="/ppt/notesSlides/notesSlide30.xml" Id="Rb4787c73e4294e5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3c44c84974fa6" /><Relationship Type="http://schemas.openxmlformats.org/officeDocument/2006/relationships/notesSlide" Target="/ppt/notesSlides/notesSlide31.xml" Id="R91e5db7ce05b42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b501ad4764936" /><Relationship Type="http://schemas.openxmlformats.org/officeDocument/2006/relationships/notesSlide" Target="/ppt/notesSlides/notesSlide32.xml" Id="R6f7df09db9ca47e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002cb5b7b4986" /><Relationship Type="http://schemas.openxmlformats.org/officeDocument/2006/relationships/notesSlide" Target="/ppt/notesSlides/notesSlide33.xml" Id="Rd7b7b25f67a7499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88a6f24174ef6" /><Relationship Type="http://schemas.openxmlformats.org/officeDocument/2006/relationships/notesSlide" Target="/ppt/notesSlides/notesSlide34.xml" Id="Rd76cb6a63aa6464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04e46ab2b486c" /><Relationship Type="http://schemas.openxmlformats.org/officeDocument/2006/relationships/notesSlide" Target="/ppt/notesSlides/notesSlide35.xml" Id="R01cc6646758e42c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8be143d5f418b" /><Relationship Type="http://schemas.openxmlformats.org/officeDocument/2006/relationships/notesSlide" Target="/ppt/notesSlides/notesSlide36.xml" Id="R06d0acf92bef427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8a2263f8a4fe0" /><Relationship Type="http://schemas.openxmlformats.org/officeDocument/2006/relationships/notesSlide" Target="/ppt/notesSlides/notesSlide37.xml" Id="Rc11220d54b0e4b2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b3292969c481f" /><Relationship Type="http://schemas.openxmlformats.org/officeDocument/2006/relationships/notesSlide" Target="/ppt/notesSlides/notesSlide38.xml" Id="Rbcea108e708c401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ccb396f64480d" /><Relationship Type="http://schemas.openxmlformats.org/officeDocument/2006/relationships/notesSlide" Target="/ppt/notesSlides/notesSlide39.xml" Id="Raac5d23c5357485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f87fa81674a80" /><Relationship Type="http://schemas.openxmlformats.org/officeDocument/2006/relationships/notesSlide" Target="/ppt/notesSlides/notesSlide40.xml" Id="R6b8ab1deeb814d1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c89c5df22459f" /><Relationship Type="http://schemas.openxmlformats.org/officeDocument/2006/relationships/notesSlide" Target="/ppt/notesSlides/notesSlide41.xml" Id="Ra3640a6360bb4f4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279d9f0334234" /><Relationship Type="http://schemas.openxmlformats.org/officeDocument/2006/relationships/notesSlide" Target="/ppt/notesSlides/notesSlide42.xml" Id="R74eae4d36a44427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3ba8afb64eb5" /><Relationship Type="http://schemas.openxmlformats.org/officeDocument/2006/relationships/notesSlide" Target="/ppt/notesSlides/notesSlide43.xml" Id="Re84dd9178f544fb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5fe1c87b649dd" /><Relationship Type="http://schemas.openxmlformats.org/officeDocument/2006/relationships/notesSlide" Target="/ppt/notesSlides/notesSlide44.xml" Id="Rb320658184c34d8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e3edcaa2c4f40" /><Relationship Type="http://schemas.openxmlformats.org/officeDocument/2006/relationships/notesSlide" Target="/ppt/notesSlides/notesSlide45.xml" Id="Rf604e1e2a53f40d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3bcf376914907" /><Relationship Type="http://schemas.openxmlformats.org/officeDocument/2006/relationships/notesSlide" Target="/ppt/notesSlides/notesSlide46.xml" Id="Rdeb2e296987a4dc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e896443f44d9e" /><Relationship Type="http://schemas.openxmlformats.org/officeDocument/2006/relationships/notesSlide" Target="/ppt/notesSlides/notesSlide47.xml" Id="Ra4b6e4d64a86498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7bbb4687e49fa" /><Relationship Type="http://schemas.openxmlformats.org/officeDocument/2006/relationships/notesSlide" Target="/ppt/notesSlides/notesSlide48.xml" Id="R6a17a61af27b466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72ec06cf14282" /><Relationship Type="http://schemas.openxmlformats.org/officeDocument/2006/relationships/notesSlide" Target="/ppt/notesSlides/notesSlide49.xml" Id="R15aaee143f78449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e38a9828347c9" /><Relationship Type="http://schemas.openxmlformats.org/officeDocument/2006/relationships/notesSlide" Target="/ppt/notesSlides/notesSlide50.xml" Id="Ra5084bfffdca4fb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d5d53c9784338" /><Relationship Type="http://schemas.openxmlformats.org/officeDocument/2006/relationships/notesSlide" Target="/ppt/notesSlides/notesSlide51.xml" Id="R3b9136ce4c50403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e6e67ddc64554" /><Relationship Type="http://schemas.openxmlformats.org/officeDocument/2006/relationships/notesSlide" Target="/ppt/notesSlides/notesSlide52.xml" Id="R282770e7986644d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9266fd5324620" /><Relationship Type="http://schemas.openxmlformats.org/officeDocument/2006/relationships/notesSlide" Target="/ppt/notesSlides/notesSlide53.xml" Id="R23a85eb026954d2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a786fbabc4caf" /><Relationship Type="http://schemas.openxmlformats.org/officeDocument/2006/relationships/notesSlide" Target="/ppt/notesSlides/notesSlide54.xml" Id="R336c71fd874a46a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d68f3ed4946a6" /><Relationship Type="http://schemas.openxmlformats.org/officeDocument/2006/relationships/notesSlide" Target="/ppt/notesSlides/notesSlide55.xml" Id="R565bb9430ddf4f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ystem-rule">
            <a:extLst xmlns:a="http://schemas.openxmlformats.org/drawingml/2006/main">
              <a:ext uri="{FF2B5EF4-FFF2-40B4-BE49-F238E27FC236}">
                <a16:creationId xmlns:a16="http://schemas.microsoft.com/office/drawing/2014/main" id="{F91A92F6-26C6-456E-8E43-AB85BAB7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E439008-20E9-4661-8124-FA47FF0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WORKING SYSTEM · v0.2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BC4D50C-8C1E-4932-9D13-9C22F5D5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Responsible</a:t>
            </a:r>
          </a:p>
          <a:p xmlns:a="http://schemas.openxmlformats.org/drawingml/2006/main">
            <a:pPr algn="l">
              <a:defRPr sz="5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Control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4D0BD10-4C56-4C0D-BCE1-F1DAE8D7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Визуальная система · MVP · solution frames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8DC0103-1789-4212-9718-CF48C08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idea">
            <a:extLst xmlns:a="http://schemas.openxmlformats.org/drawingml/2006/main">
              <a:ext uri="{FF2B5EF4-FFF2-40B4-BE49-F238E27FC236}">
                <a16:creationId xmlns:a16="http://schemas.microsoft.com/office/drawing/2014/main" id="{75CC6502-2A67-4C64-A8F4-A840495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Ясность без давления.</a:t>
            </a:r>
          </a:p>
        </p:txBody>
      </p:sp>
      <p:sp>
        <p:nvSpPr>
          <p:cNvPr id="7" name="cover-sequence">
            <a:extLst xmlns:a="http://schemas.openxmlformats.org/drawingml/2006/main">
              <a:ext uri="{FF2B5EF4-FFF2-40B4-BE49-F238E27FC236}">
                <a16:creationId xmlns:a16="http://schemas.microsoft.com/office/drawing/2014/main" id="{EDB8ADD9-A5B5-40B7-95B3-6492BF89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родовой класс → содержание → единица → риск → режим → версия → помощь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0A37F5FC-FF91-42E5-97F0-991DACB7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mark">
            <a:extLst xmlns:a="http://schemas.openxmlformats.org/drawingml/2006/main">
              <a:ext uri="{FF2B5EF4-FFF2-40B4-BE49-F238E27FC236}">
                <a16:creationId xmlns:a16="http://schemas.microsoft.com/office/drawing/2014/main" id="{71E7D1DE-43EF-4E25-8416-E889A85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A3A5EA2-54E6-45A1-85E7-B5638EC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01 / 55</a:t>
            </a:r>
          </a:p>
        </p:txBody>
      </p:sp>
    </p:spTree>
    <p:extLst>
      <p:ext uri="{BB962C8B-B14F-4D97-AF65-F5344CB8AC3E}">
        <p14:creationId xmlns:p14="http://schemas.microsoft.com/office/powerpoint/2010/main" val="631038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B519EAC-4AA4-480C-82A0-037D1FF2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 · HYPOTHESIS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D6291EC-FCD1-48F8-93BC-CCD4CAA2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9EAD63-AAF2-48CF-9A62-BDCC65D5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Визуальная позиция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2BAF0CD-EA06-46E0-B677-FBDADB49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A9267C4C-812A-4D58-9B6D-FBA5344E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AA89D30-D6E0-4A45-8860-CC462B2D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02 / 55</a:t>
            </a:r>
          </a:p>
        </p:txBody>
      </p:sp>
      <p:sp>
        <p:nvSpPr>
          <p:cNvPr id="7" name="statement-rule">
            <a:extLst xmlns:a="http://schemas.openxmlformats.org/drawingml/2006/main">
              <a:ext uri="{FF2B5EF4-FFF2-40B4-BE49-F238E27FC236}">
                <a16:creationId xmlns:a16="http://schemas.microsoft.com/office/drawing/2014/main" id="{F1193611-993A-4DAD-A6A1-D0A0354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17E9B263-C969-4C83-9D6F-586D0B6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9906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Обычная гражданская инфраструктура: ясная, спокойная, плотная по смыслу, лишённая рекламной режиссуры.</a:t>
            </a:r>
          </a:p>
        </p:txBody>
      </p:sp>
      <p:sp>
        <p:nvSpPr>
          <p:cNvPr id="9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0393CB7-0CD5-42D9-B165-EFD53DC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Система заметна там, где человеку нужно остановиться, прочитать или действовать, и отступает там, где заметность создаёт желание.</a:t>
            </a:r>
          </a:p>
        </p:txBody>
      </p:sp>
    </p:spTree>
    <p:extLst>
      <p:ext uri="{BB962C8B-B14F-4D97-AF65-F5344CB8AC3E}">
        <p14:creationId xmlns:p14="http://schemas.microsoft.com/office/powerpoint/2010/main" val="1180019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CDF68BE-5738-4851-89D0-F60739B0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6B8CCBD-FF23-4DBA-8B9A-E3A1CDD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BB39AB-0D1A-4A2C-9629-5F849BF8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Семь визуальных принципов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89A0CB8-C7D0-4CF6-9851-AFDBD7AF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A9CF5F5A-E2C7-45E7-AA99-39610C4B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DF2E324-4BF9-41D1-81C0-C2652411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03 / 55</a:t>
            </a:r>
          </a:p>
        </p:txBody>
      </p:sp>
      <p:sp>
        <p:nvSpPr>
          <p:cNvPr id="7" name="item-1-number">
            <a:extLst xmlns:a="http://schemas.openxmlformats.org/drawingml/2006/main">
              <a:ext uri="{FF2B5EF4-FFF2-40B4-BE49-F238E27FC236}">
                <a16:creationId xmlns:a16="http://schemas.microsoft.com/office/drawing/2014/main" id="{0E9C3261-D07A-4CCE-9A38-F17FABF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item-1-title">
            <a:extLst xmlns:a="http://schemas.openxmlformats.org/drawingml/2006/main">
              <a:ext uri="{FF2B5EF4-FFF2-40B4-BE49-F238E27FC236}">
                <a16:creationId xmlns:a16="http://schemas.microsoft.com/office/drawing/2014/main" id="{8F7CB575-4595-442C-B9C8-B464C7AD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Иерархия вместо образа</a:t>
            </a:r>
          </a:p>
        </p:txBody>
      </p:sp>
      <p:sp>
        <p:nvSpPr>
          <p:cNvPr id="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CB9196A2-FB78-4B7B-A61F-04E8012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781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Узнаваемость строится порядком данных, а не стилевым жестом.</a:t>
            </a:r>
          </a:p>
        </p:txBody>
      </p:sp>
      <p:sp>
        <p:nvSpPr>
          <p:cNvPr id="10" name="item-2-number">
            <a:extLst xmlns:a="http://schemas.openxmlformats.org/drawingml/2006/main">
              <a:ext uri="{FF2B5EF4-FFF2-40B4-BE49-F238E27FC236}">
                <a16:creationId xmlns:a16="http://schemas.microsoft.com/office/drawing/2014/main" id="{7B8442C7-C312-4876-8738-550F83FB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item-2-title">
            <a:extLst xmlns:a="http://schemas.openxmlformats.org/drawingml/2006/main">
              <a:ext uri="{FF2B5EF4-FFF2-40B4-BE49-F238E27FC236}">
                <a16:creationId xmlns:a16="http://schemas.microsoft.com/office/drawing/2014/main" id="{1BF68844-274F-438A-9E29-F382EFFD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Равное представление</a:t>
            </a:r>
          </a:p>
        </p:txBody>
      </p:sp>
      <p:sp>
        <p:nvSpPr>
          <p:cNvPr id="12" name="item-2-body">
            <a:extLst xmlns:a="http://schemas.openxmlformats.org/drawingml/2006/main">
              <a:ext uri="{FF2B5EF4-FFF2-40B4-BE49-F238E27FC236}">
                <a16:creationId xmlns:a16="http://schemas.microsoft.com/office/drawing/2014/main" id="{6378FEDB-1DB1-429A-A753-09057059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781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Сопоставимые продукты получают одинаковую площадь, формат и качество показа.</a:t>
            </a:r>
          </a:p>
        </p:txBody>
      </p:sp>
      <p:sp>
        <p:nvSpPr>
          <p:cNvPr id="13" name="item-3-number">
            <a:extLst xmlns:a="http://schemas.openxmlformats.org/drawingml/2006/main">
              <a:ext uri="{FF2B5EF4-FFF2-40B4-BE49-F238E27FC236}">
                <a16:creationId xmlns:a16="http://schemas.microsoft.com/office/drawing/2014/main" id="{E954AF00-1B9D-4F33-9617-38A937A1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item-3-title">
            <a:extLst xmlns:a="http://schemas.openxmlformats.org/drawingml/2006/main">
              <a:ext uri="{FF2B5EF4-FFF2-40B4-BE49-F238E27FC236}">
                <a16:creationId xmlns:a16="http://schemas.microsoft.com/office/drawing/2014/main" id="{4CCF175F-0BCE-431A-BCF8-23649484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Число раньше эпитета</a:t>
            </a:r>
          </a:p>
        </p:txBody>
      </p:sp>
      <p:sp>
        <p:nvSpPr>
          <p:cNvPr id="15" name="item-3-body">
            <a:extLst xmlns:a="http://schemas.openxmlformats.org/drawingml/2006/main">
              <a:ext uri="{FF2B5EF4-FFF2-40B4-BE49-F238E27FC236}">
                <a16:creationId xmlns:a16="http://schemas.microsoft.com/office/drawing/2014/main" id="{0EBB958A-8EEC-4E99-939E-A1944826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4781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Сила, единица и количество доминируют над описанием.</a:t>
            </a:r>
          </a:p>
        </p:txBody>
      </p:sp>
      <p:sp>
        <p:nvSpPr>
          <p:cNvPr id="16" name="item-4-number">
            <a:extLst xmlns:a="http://schemas.openxmlformats.org/drawingml/2006/main">
              <a:ext uri="{FF2B5EF4-FFF2-40B4-BE49-F238E27FC236}">
                <a16:creationId xmlns:a16="http://schemas.microsoft.com/office/drawing/2014/main" id="{386BF4F6-6965-4745-A767-DCD32282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item-4-title">
            <a:extLst xmlns:a="http://schemas.openxmlformats.org/drawingml/2006/main">
              <a:ext uri="{FF2B5EF4-FFF2-40B4-BE49-F238E27FC236}">
                <a16:creationId xmlns:a16="http://schemas.microsoft.com/office/drawing/2014/main" id="{60619153-9EC0-4A69-8BB8-20FA98F6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Сигнал только по функции</a:t>
            </a:r>
          </a:p>
        </p:txBody>
      </p:sp>
      <p:sp>
        <p:nvSpPr>
          <p:cNvPr id="18" name="item-4-body">
            <a:extLst xmlns:a="http://schemas.openxmlformats.org/drawingml/2006/main">
              <a:ext uri="{FF2B5EF4-FFF2-40B4-BE49-F238E27FC236}">
                <a16:creationId xmlns:a16="http://schemas.microsoft.com/office/drawing/2014/main" id="{8D252A39-CE87-4803-83B3-BABDFCA9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95900"/>
            <a:ext cx="4781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Цвет, иконка и акцент обозначают действие, а не настроение или престиж.</a:t>
            </a:r>
          </a:p>
        </p:txBody>
      </p:sp>
      <p:sp>
        <p:nvSpPr>
          <p:cNvPr id="19" name="item-5-number">
            <a:extLst xmlns:a="http://schemas.openxmlformats.org/drawingml/2006/main">
              <a:ext uri="{FF2B5EF4-FFF2-40B4-BE49-F238E27FC236}">
                <a16:creationId xmlns:a16="http://schemas.microsoft.com/office/drawing/2014/main" id="{8A469ABB-828C-463E-9813-A622720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item-5-title">
            <a:extLst xmlns:a="http://schemas.openxmlformats.org/drawingml/2006/main">
              <a:ext uri="{FF2B5EF4-FFF2-40B4-BE49-F238E27FC236}">
                <a16:creationId xmlns:a16="http://schemas.microsoft.com/office/drawing/2014/main" id="{C4CBF085-4976-4A85-8E74-94CED85A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59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Обычность без бедности</a:t>
            </a:r>
          </a:p>
        </p:txBody>
      </p:sp>
      <p:sp>
        <p:nvSpPr>
          <p:cNvPr id="21" name="item-5-body">
            <a:extLst xmlns:a="http://schemas.openxmlformats.org/drawingml/2006/main">
              <a:ext uri="{FF2B5EF4-FFF2-40B4-BE49-F238E27FC236}">
                <a16:creationId xmlns:a16="http://schemas.microsoft.com/office/drawing/2014/main" id="{7F186D4F-AFE4-4E16-A4B0-2FBD5B78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09800"/>
            <a:ext cx="478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Материалы стандартны и долговечны, но не намеренно дешёвы или унизительны.</a:t>
            </a:r>
          </a:p>
        </p:txBody>
      </p:sp>
      <p:sp>
        <p:nvSpPr>
          <p:cNvPr id="22" name="item-6-number">
            <a:extLst xmlns:a="http://schemas.openxmlformats.org/drawingml/2006/main">
              <a:ext uri="{FF2B5EF4-FFF2-40B4-BE49-F238E27FC236}">
                <a16:creationId xmlns:a16="http://schemas.microsoft.com/office/drawing/2014/main" id="{36087414-F6E5-4AEC-A141-814A0707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3" name="item-6-title">
            <a:extLst xmlns:a="http://schemas.openxmlformats.org/drawingml/2006/main">
              <a:ext uri="{FF2B5EF4-FFF2-40B4-BE49-F238E27FC236}">
                <a16:creationId xmlns:a16="http://schemas.microsoft.com/office/drawing/2014/main" id="{DB390C14-47FF-4809-94C1-F7FDC418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Доступность по умолчанию</a:t>
            </a:r>
          </a:p>
        </p:txBody>
      </p:sp>
      <p:sp>
        <p:nvSpPr>
          <p:cNvPr id="24" name="item-6-body">
            <a:extLst xmlns:a="http://schemas.openxmlformats.org/drawingml/2006/main">
              <a:ext uri="{FF2B5EF4-FFF2-40B4-BE49-F238E27FC236}">
                <a16:creationId xmlns:a16="http://schemas.microsoft.com/office/drawing/2014/main" id="{99BF29FC-623A-486F-AFE2-D7C0DDAD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67100"/>
            <a:ext cx="478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Контраст, размер, язык и навигация не являются дополнительным режимом.</a:t>
            </a:r>
          </a:p>
        </p:txBody>
      </p:sp>
      <p:sp>
        <p:nvSpPr>
          <p:cNvPr id="25" name="item-7-number">
            <a:extLst xmlns:a="http://schemas.openxmlformats.org/drawingml/2006/main">
              <a:ext uri="{FF2B5EF4-FFF2-40B4-BE49-F238E27FC236}">
                <a16:creationId xmlns:a16="http://schemas.microsoft.com/office/drawing/2014/main" id="{57BAC8FF-8C2F-4442-BDA2-62CD6D48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6" name="item-7-title">
            <a:extLst xmlns:a="http://schemas.openxmlformats.org/drawingml/2006/main">
              <a:ext uri="{FF2B5EF4-FFF2-40B4-BE49-F238E27FC236}">
                <a16:creationId xmlns:a16="http://schemas.microsoft.com/office/drawing/2014/main" id="{F0CF4B20-5B2A-4C54-9FCA-1732CD40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Никакой награды за риск</a:t>
            </a:r>
          </a:p>
        </p:txBody>
      </p:sp>
      <p:sp>
        <p:nvSpPr>
          <p:cNvPr id="27" name="item-7-body">
            <a:extLst xmlns:a="http://schemas.openxmlformats.org/drawingml/2006/main">
              <a:ext uri="{FF2B5EF4-FFF2-40B4-BE49-F238E27FC236}">
                <a16:creationId xmlns:a16="http://schemas.microsoft.com/office/drawing/2014/main" id="{9E06917F-2AF4-4468-8EEF-A62F0D2D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478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Более сильный или опасный продукт не становится ярче, крупнее или «серьёзнее».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A3F99A7C-9FCD-4190-95CC-DE88A691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0114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13EBED-B164-47FB-8ECE-644077A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 · HYPOTHESIS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6DCD236-ACB0-4490-8A9A-2727FE2F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78C3BE-B828-40DE-A313-16D70647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Прототипная типографика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32D21D7-3F3E-4BBE-A8F7-F0C9715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1693C828-1028-441C-8C6C-E4498451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0AF9000-33B2-408F-96B4-6B25471C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04 / 55</a:t>
            </a:r>
          </a:p>
        </p:txBody>
      </p:sp>
      <p:sp>
        <p:nvSpPr>
          <p:cNvPr id="7" name="font-primary">
            <a:extLst xmlns:a="http://schemas.openxmlformats.org/drawingml/2006/main">
              <a:ext uri="{FF2B5EF4-FFF2-40B4-BE49-F238E27FC236}">
                <a16:creationId xmlns:a16="http://schemas.microsoft.com/office/drawing/2014/main" id="{F7E7C346-5BE7-4F41-BC22-A8CFD50F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Noto Sans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92F3E1E-B63A-418F-9F94-5D6EA218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основной текст · Regular / Medium / Bold</a:t>
            </a:r>
          </a:p>
        </p:txBody>
      </p:sp>
      <p:sp>
        <p:nvSpPr>
          <p:cNvPr id="9" name="font-mono">
            <a:extLst xmlns:a="http://schemas.openxmlformats.org/drawingml/2006/main">
              <a:ext uri="{FF2B5EF4-FFF2-40B4-BE49-F238E27FC236}">
                <a16:creationId xmlns:a16="http://schemas.microsoft.com/office/drawing/2014/main" id="{AD085CE4-8F73-4160-8888-A89339C0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Noto Sans Mono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042613-1FE7-49DC-A273-9857EED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идентификаторы · партии · версия</a:t>
            </a:r>
          </a:p>
        </p:txBody>
      </p:sp>
      <p:sp>
        <p:nvSpPr>
          <p:cNvPr id="11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7BCC4C01-5CC3-41E7-A5A9-DB93160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6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2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6B448840-31B6-4150-A3AE-5B87D3B4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Курсив не используется для критической информации.</a:t>
            </a:r>
          </a:p>
        </p:txBody>
      </p:sp>
      <p:sp>
        <p:nvSpPr>
          <p:cNvPr id="13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8891288D-9EC4-4088-9356-C53B5FF2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6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4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2479CCC1-F415-43DF-A1CB-54BF110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Табличные цифры включены для дозовых и количественных данных.</a:t>
            </a:r>
          </a:p>
        </p:txBody>
      </p:sp>
      <p:sp>
        <p:nvSpPr>
          <p:cNvPr id="15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A3A3FF10-8517-4E0D-8E13-032BF376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6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6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44FC4D9F-AC3C-416A-98DB-B818028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Капитель — только в коротких служебных метках.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4335C00-189C-4137-B25E-847C294A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5C58"/>
                </a:solidFill>
                <a:latin typeface="Menlo"/>
                <a:ea typeface="Menlo"/>
                <a:cs typeface="Menlo"/>
              </a:rPr>
              <a:t>ТОКЕН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D0D4F10-2655-4CDD-988F-40E8DDD9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5C58"/>
                </a:solidFill>
                <a:latin typeface="Menlo"/>
                <a:ea typeface="Menlo"/>
                <a:cs typeface="Menlo"/>
              </a:rPr>
              <a:t>PX / LH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A1B52A-CCB9-4B78-B079-492F6DBA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5C58"/>
                </a:solidFill>
                <a:latin typeface="Menlo"/>
                <a:ea typeface="Menlo"/>
                <a:cs typeface="Menlo"/>
              </a:rPr>
              <a:t>РОЛЬ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B8C531BF-AA80-4040-889C-B7401F9D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8DD395-74DB-42DC-88B5-5B5635B0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display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302119D-F75C-4B74-888A-56865882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1717"/>
                </a:solidFill>
                <a:latin typeface="Menlo"/>
                <a:ea typeface="Menlo"/>
                <a:cs typeface="Menlo"/>
              </a:rPr>
              <a:t>40 / 44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C36D73B-95FE-46F8-85B0-FCFE3756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название раздела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270F580F-8105-44AA-8390-84292FB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3539106-F1AE-4CE7-973C-75BCD0CE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h1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8E6DB4E-1781-499F-949F-D5A169B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1717"/>
                </a:solidFill>
                <a:latin typeface="Menlo"/>
                <a:ea typeface="Menlo"/>
                <a:cs typeface="Menlo"/>
              </a:rPr>
              <a:t>28 / 34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02ADC7F-711D-4D1D-9741-84569BE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главный вопрос или класс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5F93EEB9-BC4B-45B1-A90D-A174FB45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B67F030-8A2E-448D-8625-82AB3B70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h2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DB7A11A-2A63-46F6-970D-F992D83E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1717"/>
                </a:solidFill>
                <a:latin typeface="Menlo"/>
                <a:ea typeface="Menlo"/>
                <a:cs typeface="Menlo"/>
              </a:rPr>
              <a:t>22 / 28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56A22B5-5007-4A0C-9310-FF5E8626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секция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94C20CEB-564D-413B-9E76-73C2FDCC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528F498-7528-4C56-9009-C5CE9AC0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body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BD874AC-4385-425A-9D71-5A37F33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1717"/>
                </a:solidFill>
                <a:latin typeface="Menlo"/>
                <a:ea typeface="Menlo"/>
                <a:cs typeface="Menlo"/>
              </a:rPr>
              <a:t>16 / 24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D2594FA-6349-49B4-96C6-9687B27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10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основной текст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24C3B76D-3D93-4DBD-8951-092B935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29F382D-491D-4CAD-9AF6-129F3BAF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label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417379E9-E017-4FDD-945E-F0F3A39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1717"/>
                </a:solidFill>
                <a:latin typeface="Menlo"/>
                <a:ea typeface="Menlo"/>
                <a:cs typeface="Menlo"/>
              </a:rPr>
              <a:t>14 / 18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83FFA72-F88E-4D2A-BBC4-714D52AD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43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метка и навигация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6105DDAD-44F2-4589-9B29-E8162B2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815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0C01F05-3048-4F85-823C-87DD53FB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76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meta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B43FDFF-C816-4AE6-A670-79B06D49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1717"/>
                </a:solidFill>
                <a:latin typeface="Menlo"/>
                <a:ea typeface="Menlo"/>
                <a:cs typeface="Menlo"/>
              </a:rPr>
              <a:t>12 / 16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59C7AE5B-9EE7-4491-8E55-BE1038B5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76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источник, версия, партия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FF93A6D6-BE59-4710-A077-FB5BAA37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149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32FE86A-9B86-4865-9841-10149CC3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data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FE5D3B89-2445-491C-B8F3-785BDF81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10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71717"/>
                </a:solidFill>
                <a:latin typeface="Menlo"/>
                <a:ea typeface="Menlo"/>
                <a:cs typeface="Menlo"/>
              </a:rPr>
              <a:t>28 / 32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91DB55FC-79AB-46E2-8090-FD12F440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10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содержание и единица</a:t>
            </a:r>
          </a:p>
        </p:txBody>
      </p:sp>
    </p:spTree>
    <p:extLst>
      <p:ext uri="{BB962C8B-B14F-4D97-AF65-F5344CB8AC3E}">
        <p14:creationId xmlns:p14="http://schemas.microsoft.com/office/powerpoint/2010/main" val="31218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0D2946D-B97D-4E11-B426-75C88A09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 · HYPOTHESIS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348BBD9-6289-4B09-BD4B-ADDAF168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EBD46E-B71D-4F83-9F52-4000571E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Цвет работает как сигнал, а не настроение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6311712-0431-4867-AF84-EC8608F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EE76AC1-972F-409B-8692-8A1C9346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C4AF6FE-8D1C-4177-9B6B-B461E7E5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05 / 55</a:t>
            </a:r>
          </a:p>
        </p:txBody>
      </p:sp>
      <p:sp>
        <p:nvSpPr>
          <p:cNvPr id="7" name="swatch-paper">
            <a:extLst xmlns:a="http://schemas.openxmlformats.org/drawingml/2006/main">
              <a:ext uri="{FF2B5EF4-FFF2-40B4-BE49-F238E27FC236}">
                <a16:creationId xmlns:a16="http://schemas.microsoft.com/office/drawing/2014/main" id="{1CEC9278-F876-4131-9B6A-E925D1D9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0521E9-3EDB-42EC-B0B2-D20A3FDB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669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paper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F3801F-9B98-4563-83A8-F4B8DB2E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66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#F2F0EA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764245-1277-414C-8049-4BF2058D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основной тёплый фон</a:t>
            </a:r>
          </a:p>
        </p:txBody>
      </p:sp>
      <p:sp>
        <p:nvSpPr>
          <p:cNvPr id="11" name="swatch-ink">
            <a:extLst xmlns:a="http://schemas.openxmlformats.org/drawingml/2006/main">
              <a:ext uri="{FF2B5EF4-FFF2-40B4-BE49-F238E27FC236}">
                <a16:creationId xmlns:a16="http://schemas.microsoft.com/office/drawing/2014/main" id="{763B38DF-3A1A-49DE-AACB-E43B687A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ACD0684-6F5F-467A-9A89-1ACD3042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ink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E83D43-35A8-4766-A50D-DE9BEF3F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86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#171717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70EB65-DC0C-4277-9494-D9250832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основной текст</a:t>
            </a:r>
          </a:p>
        </p:txBody>
      </p:sp>
      <p:sp>
        <p:nvSpPr>
          <p:cNvPr id="15" name="swatch-muted">
            <a:extLst xmlns:a="http://schemas.openxmlformats.org/drawingml/2006/main">
              <a:ext uri="{FF2B5EF4-FFF2-40B4-BE49-F238E27FC236}">
                <a16:creationId xmlns:a16="http://schemas.microsoft.com/office/drawing/2014/main" id="{F10D0658-C7DE-4DBC-8877-F45A9281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5C58"/>
          </a:solidFill>
          <a:ln xmlns:a="http://schemas.openxmlformats.org/drawingml/2006/main" w="9525">
            <a:solidFill>
              <a:srgbClr val="5C5C5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30C61E1-FE12-41E8-9DE6-68BA577F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muted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4EBAE3-C371-4E3A-9877-229CF696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#5C5C58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5153947-62A1-48FD-95A8-7D040099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вторичная информация</a:t>
            </a:r>
          </a:p>
        </p:txBody>
      </p:sp>
      <p:sp>
        <p:nvSpPr>
          <p:cNvPr id="19" name="swatch-rule">
            <a:extLst xmlns:a="http://schemas.openxmlformats.org/drawingml/2006/main">
              <a:ext uri="{FF2B5EF4-FFF2-40B4-BE49-F238E27FC236}">
                <a16:creationId xmlns:a16="http://schemas.microsoft.com/office/drawing/2014/main" id="{17D7331D-5DE5-4BA8-A54A-A34E4F3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AEBA2DD-3C68-46CF-B400-1A968CF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rule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5CE475B-81F1-49AD-BB6C-DDECE2A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24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#C9C7C0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6606B1A-B4A1-4C11-B282-FF4C920C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линии и неактивные состояния</a:t>
            </a:r>
          </a:p>
        </p:txBody>
      </p:sp>
      <p:sp>
        <p:nvSpPr>
          <p:cNvPr id="23" name="swatch-critical">
            <a:extLst xmlns:a="http://schemas.openxmlformats.org/drawingml/2006/main">
              <a:ext uri="{FF2B5EF4-FFF2-40B4-BE49-F238E27FC236}">
                <a16:creationId xmlns:a16="http://schemas.microsoft.com/office/drawing/2014/main" id="{BC11A696-B5B6-4375-A352-6DD7F687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F04A76-96CD-4CFC-ACBA-B8CD9D3F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669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critical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64869F3-92ED-48C0-958A-41A8A7D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66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#B42318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C377685-49BB-4BEF-987D-2AED93B9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немедленный риск или запрет</a:t>
            </a:r>
          </a:p>
        </p:txBody>
      </p:sp>
      <p:sp>
        <p:nvSpPr>
          <p:cNvPr id="27" name="swatch-caution">
            <a:extLst xmlns:a="http://schemas.openxmlformats.org/drawingml/2006/main">
              <a:ext uri="{FF2B5EF4-FFF2-40B4-BE49-F238E27FC236}">
                <a16:creationId xmlns:a16="http://schemas.microsoft.com/office/drawing/2014/main" id="{A0B1FF4E-5A70-4435-89CD-67CA359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9525">
            <a:solidFill>
              <a:srgbClr val="9A5B00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C30148C-44E2-4DB3-BE9B-44C65BC4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caution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C3E9539-8311-4EF3-B138-E5E9EAEF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#9A5B00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B269D4A-CF8D-480C-AE9B-18C1CC48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необходимость проверки</a:t>
            </a:r>
          </a:p>
        </p:txBody>
      </p:sp>
      <p:sp>
        <p:nvSpPr>
          <p:cNvPr id="31" name="swatch-information">
            <a:extLst xmlns:a="http://schemas.openxmlformats.org/drawingml/2006/main">
              <a:ext uri="{FF2B5EF4-FFF2-40B4-BE49-F238E27FC236}">
                <a16:creationId xmlns:a16="http://schemas.microsoft.com/office/drawing/2014/main" id="{535E0542-1AD2-4DA0-93D6-77BB8E34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8"/>
          </a:solidFill>
          <a:ln xmlns:a="http://schemas.openxmlformats.org/drawingml/2006/main" w="9525">
            <a:solidFill>
              <a:srgbClr val="245B78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1E9C176-3E5B-4464-A66A-5C33119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information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8213C86-DA6B-4310-A47A-77E786FD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#245B78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05CD91B-41AF-48A1-85E9-0AE3129D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90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навигация и справка</a:t>
            </a:r>
          </a:p>
        </p:txBody>
      </p:sp>
      <p:sp>
        <p:nvSpPr>
          <p:cNvPr id="35" name="swatch-help">
            <a:extLst xmlns:a="http://schemas.openxmlformats.org/drawingml/2006/main">
              <a:ext uri="{FF2B5EF4-FFF2-40B4-BE49-F238E27FC236}">
                <a16:creationId xmlns:a16="http://schemas.microsoft.com/office/drawing/2014/main" id="{ED8E98B7-DB52-4F13-BBD3-716B7A70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268"/>
          </a:solidFill>
          <a:ln xmlns:a="http://schemas.openxmlformats.org/drawingml/2006/main" w="9525">
            <a:solidFill>
              <a:srgbClr val="4B5268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807EF6D-FAE9-43A8-8F5E-5F3D27EB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help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8809A62-5BEB-4E06-8143-31AA53E3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24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#4B5268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08E00DA-2D4D-4393-AD55-EB46D09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10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путь к помощи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AEC0B704-D67E-424B-BDD7-8F3F75EB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lor-rule">
            <a:extLst xmlns:a="http://schemas.openxmlformats.org/drawingml/2006/main">
              <a:ext uri="{FF2B5EF4-FFF2-40B4-BE49-F238E27FC236}">
                <a16:creationId xmlns:a16="http://schemas.microsoft.com/office/drawing/2014/main" id="{FA031FB1-7256-4EB6-AC9C-A9B5B3F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Цвет всегда дублируется словом, формой или иконкой. Один экран использует не более одного активного сигнала.</a:t>
            </a:r>
          </a:p>
        </p:txBody>
      </p:sp>
    </p:spTree>
    <p:extLst>
      <p:ext uri="{BB962C8B-B14F-4D97-AF65-F5344CB8AC3E}">
        <p14:creationId xmlns:p14="http://schemas.microsoft.com/office/powerpoint/2010/main" val="1708460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67EACB-0D06-4ED0-846E-DB5C54D7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1DD31AB-72C3-4E7E-ABBE-7CD1424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E9C7B7-0F50-423D-AC14-960A8EE8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Сетка делает структуру видимой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A359E6B-9B6E-4AE6-AEB4-75B4622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0221F7B7-8794-47D4-88A5-FB798A83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C066A78-FD50-4ADF-B33D-F3956FA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06 / 55</a:t>
            </a:r>
          </a:p>
        </p:txBody>
      </p:sp>
      <p:sp>
        <p:nvSpPr>
          <p:cNvPr id="7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93A3E2A6-AD4F-4385-AD86-95DCC209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66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8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454F9E5B-3F51-4830-A3D9-D5BCAA2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424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Базовый модуль — 8 единиц.</a:t>
            </a:r>
          </a:p>
        </p:txBody>
      </p:sp>
      <p:sp>
        <p:nvSpPr>
          <p:cNvPr id="9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5FF8C48D-6802-47E0-BE39-69C1769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66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0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27618AF6-A1A3-4C7B-8FDE-E4C9EBB8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424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Печать строится на фиксированных зонах, digital — на 12 колонках.</a:t>
            </a:r>
          </a:p>
        </p:txBody>
      </p:sp>
      <p:sp>
        <p:nvSpPr>
          <p:cNvPr id="11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BF5F281A-8180-4DAF-9136-3CC373D1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66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2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E46187E7-91FC-4EBA-AE81-6BCD4D14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24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Выравнивание преимущественно по левому краю.</a:t>
            </a:r>
          </a:p>
        </p:txBody>
      </p:sp>
      <p:sp>
        <p:nvSpPr>
          <p:cNvPr id="13" name="bullet-4-mark">
            <a:extLst xmlns:a="http://schemas.openxmlformats.org/drawingml/2006/main">
              <a:ext uri="{FF2B5EF4-FFF2-40B4-BE49-F238E27FC236}">
                <a16:creationId xmlns:a16="http://schemas.microsoft.com/office/drawing/2014/main" id="{45C6F2B3-A500-416B-9850-BAC738C6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66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4" name="bullet-4-text">
            <a:extLst xmlns:a="http://schemas.openxmlformats.org/drawingml/2006/main">
              <a:ext uri="{FF2B5EF4-FFF2-40B4-BE49-F238E27FC236}">
                <a16:creationId xmlns:a16="http://schemas.microsoft.com/office/drawing/2014/main" id="{F4EF6539-2534-478A-9415-F6144CD9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24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Whitespace разделяет, но не создаёт luxury-эффект.</a:t>
            </a:r>
          </a:p>
        </p:txBody>
      </p:sp>
      <p:sp>
        <p:nvSpPr>
          <p:cNvPr id="15" name="bullet-5-mark">
            <a:extLst xmlns:a="http://schemas.openxmlformats.org/drawingml/2006/main">
              <a:ext uri="{FF2B5EF4-FFF2-40B4-BE49-F238E27FC236}">
                <a16:creationId xmlns:a16="http://schemas.microsoft.com/office/drawing/2014/main" id="{88810A1A-CE3F-4CEB-9C85-A7CFA8E6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66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6" name="bullet-5-text">
            <a:extLst xmlns:a="http://schemas.openxmlformats.org/drawingml/2006/main">
              <a:ext uri="{FF2B5EF4-FFF2-40B4-BE49-F238E27FC236}">
                <a16:creationId xmlns:a16="http://schemas.microsoft.com/office/drawing/2014/main" id="{EDCBEFED-D464-4C82-8797-9A8CCEB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24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Продукт, цена, наличие и производитель не получают hero-композицию.</a:t>
            </a:r>
          </a:p>
        </p:txBody>
      </p:sp>
      <p:sp>
        <p:nvSpPr>
          <p:cNvPr id="17" name="grid-field">
            <a:extLst xmlns:a="http://schemas.openxmlformats.org/drawingml/2006/main">
              <a:ext uri="{FF2B5EF4-FFF2-40B4-BE49-F238E27FC236}">
                <a16:creationId xmlns:a16="http://schemas.microsoft.com/office/drawing/2014/main" id="{4F6963BF-26DB-40E3-9998-2F97FD06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24050"/>
            <a:ext cx="5848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8" name="grid-column-1">
            <a:extLst xmlns:a="http://schemas.openxmlformats.org/drawingml/2006/main">
              <a:ext uri="{FF2B5EF4-FFF2-40B4-BE49-F238E27FC236}">
                <a16:creationId xmlns:a16="http://schemas.microsoft.com/office/drawing/2014/main" id="{11FF17D5-6228-467F-8DD4-5BDBF5C8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column-2">
            <a:extLst xmlns:a="http://schemas.openxmlformats.org/drawingml/2006/main">
              <a:ext uri="{FF2B5EF4-FFF2-40B4-BE49-F238E27FC236}">
                <a16:creationId xmlns:a16="http://schemas.microsoft.com/office/drawing/2014/main" id="{B35A9686-5C81-40ED-A4D9-5ACEF56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column-3">
            <a:extLst xmlns:a="http://schemas.openxmlformats.org/drawingml/2006/main">
              <a:ext uri="{FF2B5EF4-FFF2-40B4-BE49-F238E27FC236}">
                <a16:creationId xmlns:a16="http://schemas.microsoft.com/office/drawing/2014/main" id="{E438D36E-4104-4497-9759-4D3BE4C5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column-4">
            <a:extLst xmlns:a="http://schemas.openxmlformats.org/drawingml/2006/main">
              <a:ext uri="{FF2B5EF4-FFF2-40B4-BE49-F238E27FC236}">
                <a16:creationId xmlns:a16="http://schemas.microsoft.com/office/drawing/2014/main" id="{7BCE793A-9FAC-4F27-95D1-24361EC7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column-5">
            <a:extLst xmlns:a="http://schemas.openxmlformats.org/drawingml/2006/main">
              <a:ext uri="{FF2B5EF4-FFF2-40B4-BE49-F238E27FC236}">
                <a16:creationId xmlns:a16="http://schemas.microsoft.com/office/drawing/2014/main" id="{2EDF2140-7483-43B0-B222-DE696D31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column-6">
            <a:extLst xmlns:a="http://schemas.openxmlformats.org/drawingml/2006/main">
              <a:ext uri="{FF2B5EF4-FFF2-40B4-BE49-F238E27FC236}">
                <a16:creationId xmlns:a16="http://schemas.microsoft.com/office/drawing/2014/main" id="{39F1AC3D-35A5-4C88-8C4A-3687881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column-7">
            <a:extLst xmlns:a="http://schemas.openxmlformats.org/drawingml/2006/main">
              <a:ext uri="{FF2B5EF4-FFF2-40B4-BE49-F238E27FC236}">
                <a16:creationId xmlns:a16="http://schemas.microsoft.com/office/drawing/2014/main" id="{74C15D16-C845-418A-B09D-5C406037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column-8">
            <a:extLst xmlns:a="http://schemas.openxmlformats.org/drawingml/2006/main">
              <a:ext uri="{FF2B5EF4-FFF2-40B4-BE49-F238E27FC236}">
                <a16:creationId xmlns:a16="http://schemas.microsoft.com/office/drawing/2014/main" id="{CF188A65-A5C1-418C-9EAC-FEE466D5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column-9">
            <a:extLst xmlns:a="http://schemas.openxmlformats.org/drawingml/2006/main">
              <a:ext uri="{FF2B5EF4-FFF2-40B4-BE49-F238E27FC236}">
                <a16:creationId xmlns:a16="http://schemas.microsoft.com/office/drawing/2014/main" id="{EF562A8E-8FEA-4D48-B388-943410DF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column-10">
            <a:extLst xmlns:a="http://schemas.openxmlformats.org/drawingml/2006/main">
              <a:ext uri="{FF2B5EF4-FFF2-40B4-BE49-F238E27FC236}">
                <a16:creationId xmlns:a16="http://schemas.microsoft.com/office/drawing/2014/main" id="{48C69F5A-0BA5-4D7B-9909-88947CF6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column-11">
            <a:extLst xmlns:a="http://schemas.openxmlformats.org/drawingml/2006/main">
              <a:ext uri="{FF2B5EF4-FFF2-40B4-BE49-F238E27FC236}">
                <a16:creationId xmlns:a16="http://schemas.microsoft.com/office/drawing/2014/main" id="{D28AEDA8-2BD2-48A6-AD90-0B330F9D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column-12">
            <a:extLst xmlns:a="http://schemas.openxmlformats.org/drawingml/2006/main">
              <a:ext uri="{FF2B5EF4-FFF2-40B4-BE49-F238E27FC236}">
                <a16:creationId xmlns:a16="http://schemas.microsoft.com/office/drawing/2014/main" id="{14F9964D-AF16-4721-AF90-A5BDD34D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924050"/>
            <a:ext cx="400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2FE537C-35DD-4CD9-9AD4-6059238C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7 / 5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678AAE4-1F1D-4224-87EC-CE33062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12 колонок · 8-unit module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B45D0EB-C93D-48E6-91FC-24D5024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5626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12/12 · 8/4 · 7/5 · 6/6 · 4/8 · full bleed</a:t>
            </a:r>
          </a:p>
        </p:txBody>
      </p:sp>
    </p:spTree>
    <p:extLst>
      <p:ext uri="{BB962C8B-B14F-4D97-AF65-F5344CB8AC3E}">
        <p14:creationId xmlns:p14="http://schemas.microsoft.com/office/powerpoint/2010/main" val="1201239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8F12418-F6C6-4AD1-BD4D-028DAFB8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339F1EB-238F-4BA8-B803-C2490417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CFDCF4-E9BD-4809-9B7F-08F23889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Форма и изображения — только по функции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5870D79-11BB-4056-9897-8F52CB8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7E3F30DA-DB8F-4587-8EFC-9BCF7789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A1420E5-60A8-4AED-95A9-FF64662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07 / 55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540D1D-D72C-42F0-B973-AA284F58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ФОРМА</a:t>
            </a:r>
          </a:p>
        </p:txBody>
      </p:sp>
      <p:sp>
        <p:nvSpPr>
          <p:cNvPr id="8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9E176642-77EB-4355-A0C2-2C989C0D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66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9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954FBDF2-7BA8-41A8-9812-51E12B2D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89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Прямоугольники, линии, таблицы и стандартные радиусы.</a:t>
            </a:r>
          </a:p>
        </p:txBody>
      </p:sp>
      <p:sp>
        <p:nvSpPr>
          <p:cNvPr id="10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B25EDF58-D5E9-437A-9CE4-34DB9231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66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1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8C95AD87-A66A-4C34-8853-8D8475A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489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Одна функция — один силуэт контейнера.</a:t>
            </a:r>
          </a:p>
        </p:txBody>
      </p:sp>
      <p:sp>
        <p:nvSpPr>
          <p:cNvPr id="12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6A8A4993-100D-4447-A589-6CADC3ED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3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DCBB9875-150B-4C77-8BC7-9333D7F2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89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Уникальная форма только ради безопасности, дозирования или доступности.</a:t>
            </a:r>
          </a:p>
        </p:txBody>
      </p:sp>
      <p:sp>
        <p:nvSpPr>
          <p:cNvPr id="14" name="bullet-4-mark">
            <a:extLst xmlns:a="http://schemas.openxmlformats.org/drawingml/2006/main">
              <a:ext uri="{FF2B5EF4-FFF2-40B4-BE49-F238E27FC236}">
                <a16:creationId xmlns:a16="http://schemas.microsoft.com/office/drawing/2014/main" id="{386E3886-29B6-4D16-A1B8-B6D8444A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66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5" name="bullet-4-text">
            <a:extLst xmlns:a="http://schemas.openxmlformats.org/drawingml/2006/main">
              <a:ext uri="{FF2B5EF4-FFF2-40B4-BE49-F238E27FC236}">
                <a16:creationId xmlns:a16="http://schemas.microsoft.com/office/drawing/2014/main" id="{C1BA2F73-547C-468B-A199-B3D4DFCE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489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wellness-форм, игровых pills, клубной геометрии и паттерна.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142F9136-FA7B-4C73-92F2-6F05C1F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FF39C1A-C61D-4A79-A214-2ED0AC4F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ИЗОБРАЖЕНИЯ</a:t>
            </a:r>
          </a:p>
        </p:txBody>
      </p:sp>
      <p:sp>
        <p:nvSpPr>
          <p:cNvPr id="18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976C7945-FF51-4F09-B7AC-44BC46AF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6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9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114EF924-7297-4623-B403-E2FB54E4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 продукте фотография не нужна, если достаточно текста и схемы.</a:t>
            </a:r>
          </a:p>
        </p:txBody>
      </p:sp>
      <p:sp>
        <p:nvSpPr>
          <p:cNvPr id="20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E2896D8B-D005-44C3-A894-A8EC10F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6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21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5A31778F-4528-4A5F-833C-C87EAF7A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7180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ритуалов, вечеринок, природы, glam и sensual macro.</a:t>
            </a:r>
          </a:p>
        </p:txBody>
      </p:sp>
      <p:sp>
        <p:nvSpPr>
          <p:cNvPr id="22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09635842-C5C2-4C84-B443-C400B92B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26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23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6F13FDCD-912D-4707-9A39-9D5A098C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1950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 отчёте допустима документальная фотография с информационной подписью.</a:t>
            </a:r>
          </a:p>
        </p:txBody>
      </p:sp>
      <p:sp>
        <p:nvSpPr>
          <p:cNvPr id="24" name="visual-placeholder">
            <a:extLst xmlns:a="http://schemas.openxmlformats.org/drawingml/2006/main">
              <a:ext uri="{FF2B5EF4-FFF2-40B4-BE49-F238E27FC236}">
                <a16:creationId xmlns:a16="http://schemas.microsoft.com/office/drawing/2014/main" id="{4A8773A3-A907-4EDC-8F96-9FE2D471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5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F944512D-C75E-4279-9D01-8685D5AE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PLACEHOLDER</a:t>
            </a:r>
          </a:p>
        </p:txBody>
      </p:sp>
      <p:sp>
        <p:nvSpPr>
          <p:cNvPr id="26" name="placeholder-description">
            <a:extLst xmlns:a="http://schemas.openxmlformats.org/drawingml/2006/main">
              <a:ext uri="{FF2B5EF4-FFF2-40B4-BE49-F238E27FC236}">
                <a16:creationId xmlns:a16="http://schemas.microsoft.com/office/drawing/2014/main" id="{7CFE9493-D483-40CB-913D-D88C1308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Документальный кадр системы, работника или городской среды</a:t>
            </a:r>
          </a:p>
        </p:txBody>
      </p:sp>
      <p:sp>
        <p:nvSpPr>
          <p:cNvPr id="27" name="placeholder-meta">
            <a:extLst xmlns:a="http://schemas.openxmlformats.org/drawingml/2006/main">
              <a:ext uri="{FF2B5EF4-FFF2-40B4-BE49-F238E27FC236}">
                <a16:creationId xmlns:a16="http://schemas.microsoft.com/office/drawing/2014/main" id="{2DE1D90F-6FA9-4192-A0E2-97FE014D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38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7:2 · заменить без lifestyle-кода и product hero</a:t>
            </a:r>
          </a:p>
        </p:txBody>
      </p:sp>
    </p:spTree>
    <p:extLst>
      <p:ext uri="{BB962C8B-B14F-4D97-AF65-F5344CB8AC3E}">
        <p14:creationId xmlns:p14="http://schemas.microsoft.com/office/powerpoint/2010/main" val="797205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908ED93-420A-421F-B540-C049AE62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286C4C9-2105-40CB-B8B6-AD5C90FE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9C7A9A-E842-499B-B69F-794588C8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Служебный знак показывает версию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3C2DF9C-2087-4767-899F-2EC0AAC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05603BC-5948-4779-900E-2E9A8847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42B7FDE-1150-4BE8-B295-3EF3ADB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08 / 55</a:t>
            </a:r>
          </a:p>
        </p:txBody>
      </p:sp>
      <p:sp>
        <p:nvSpPr>
          <p:cNvPr id="7" name="system-sign">
            <a:extLst xmlns:a="http://schemas.openxmlformats.org/drawingml/2006/main">
              <a:ext uri="{FF2B5EF4-FFF2-40B4-BE49-F238E27FC236}">
                <a16:creationId xmlns:a16="http://schemas.microsoft.com/office/drawing/2014/main" id="{7F2A3A78-3CE4-4323-8250-C5EE5A93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8" name="system-sign-text">
            <a:extLst xmlns:a="http://schemas.openxmlformats.org/drawingml/2006/main">
              <a:ext uri="{FF2B5EF4-FFF2-40B4-BE49-F238E27FC236}">
                <a16:creationId xmlns:a16="http://schemas.microsoft.com/office/drawing/2014/main" id="{0370B8C4-D5B0-439A-8888-56A41D2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171717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9" name="sign-meaning">
            <a:extLst xmlns:a="http://schemas.openxmlformats.org/drawingml/2006/main">
              <a:ext uri="{FF2B5EF4-FFF2-40B4-BE49-F238E27FC236}">
                <a16:creationId xmlns:a16="http://schemas.microsoft.com/office/drawing/2014/main" id="{DA4153DC-AFEA-4DDA-9A64-CB366D25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Знак означает версию протокола, а не безопасность продукта.</a:t>
            </a:r>
          </a:p>
        </p:txBody>
      </p:sp>
      <p:sp>
        <p:nvSpPr>
          <p:cNvPr id="10" name="sign-companion">
            <a:extLst xmlns:a="http://schemas.openxmlformats.org/drawingml/2006/main">
              <a:ext uri="{FF2B5EF4-FFF2-40B4-BE49-F238E27FC236}">
                <a16:creationId xmlns:a16="http://schemas.microsoft.com/office/drawing/2014/main" id="{F5EA0195-5CD9-46E1-A503-B3E1FBE1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На потребительской стороне: «регулируемый канал / проверяемая партия / риск сохраняется».</a:t>
            </a:r>
          </a:p>
        </p:txBody>
      </p:sp>
      <p:sp>
        <p:nvSpPr>
          <p:cNvPr id="11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465B0BC4-8363-452C-AD6A-C489DD05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2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74BAF62D-BA6F-42B7-AF14-008BF297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меньше родового имени и критического риска</a:t>
            </a:r>
          </a:p>
        </p:txBody>
      </p:sp>
      <p:sp>
        <p:nvSpPr>
          <p:cNvPr id="13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3E65A60C-1770-4E12-BF66-2BA7794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4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130903F8-3167-46BA-8081-007DD8EB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 используется на мерче</a:t>
            </a:r>
          </a:p>
        </p:txBody>
      </p:sp>
      <p:sp>
        <p:nvSpPr>
          <p:cNvPr id="15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B021E732-3A2E-46E2-B1C5-1EFA59A1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6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2002A381-E4DC-47E0-8AE4-90D2EA4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 анимируется и не становится паттерном</a:t>
            </a:r>
          </a:p>
        </p:txBody>
      </p:sp>
      <p:sp>
        <p:nvSpPr>
          <p:cNvPr id="17" name="bullet-4-mark">
            <a:extLst xmlns:a="http://schemas.openxmlformats.org/drawingml/2006/main">
              <a:ext uri="{FF2B5EF4-FFF2-40B4-BE49-F238E27FC236}">
                <a16:creationId xmlns:a16="http://schemas.microsoft.com/office/drawing/2014/main" id="{4FE025B9-3FF2-4FD0-AF0D-8C8F95E8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8" name="bullet-4-text">
            <a:extLst xmlns:a="http://schemas.openxmlformats.org/drawingml/2006/main">
              <a:ext uri="{FF2B5EF4-FFF2-40B4-BE49-F238E27FC236}">
                <a16:creationId xmlns:a16="http://schemas.microsoft.com/office/drawing/2014/main" id="{DF2A58F0-AD3E-4B79-9232-217392A0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 заменяет государственную или юридическую маркировку</a:t>
            </a:r>
          </a:p>
        </p:txBody>
      </p:sp>
    </p:spTree>
    <p:extLst>
      <p:ext uri="{BB962C8B-B14F-4D97-AF65-F5344CB8AC3E}">
        <p14:creationId xmlns:p14="http://schemas.microsoft.com/office/powerpoint/2010/main" val="1639227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E606A32-F5AC-48BE-A487-3AB30F76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5160834-3D1C-4A3A-8A7E-C658627D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00BA99-82ED-494B-A0B5-EE62AD90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Motion помогает проследить изменение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41E424F-6FB2-40A8-A827-98FAEE88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434B923-00D6-4737-8AF5-3C5D96C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7B71CC5-D664-4467-8B16-4C5BB45D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09 / 55</a:t>
            </a:r>
          </a:p>
        </p:txBody>
      </p:sp>
      <p:sp>
        <p:nvSpPr>
          <p:cNvPr id="7" name="motion-start">
            <a:extLst xmlns:a="http://schemas.openxmlformats.org/drawingml/2006/main">
              <a:ext uri="{FF2B5EF4-FFF2-40B4-BE49-F238E27FC236}">
                <a16:creationId xmlns:a16="http://schemas.microsoft.com/office/drawing/2014/main" id="{28C84B3F-B2AD-4C21-A017-C99115C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48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120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A5BBA7-07C5-4B76-911D-94DE16BD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955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C9C7C0"/>
                </a:solidFill>
                <a:latin typeface="Noto Sans"/>
                <a:ea typeface="Noto Sans"/>
                <a:cs typeface="Noto Sans"/>
              </a:defRPr>
            </a:pPr>
            <a:r>
              <a:rPr sz="3300" b="0">
                <a:solidFill>
                  <a:srgbClr val="C9C7C0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9" name="motion-end">
            <a:extLst xmlns:a="http://schemas.openxmlformats.org/drawingml/2006/main">
              <a:ext uri="{FF2B5EF4-FFF2-40B4-BE49-F238E27FC236}">
                <a16:creationId xmlns:a16="http://schemas.microsoft.com/office/drawing/2014/main" id="{04C0C176-7AB1-4E3D-A280-140DA7E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00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48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200 ms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0CDD2C-26E3-48A5-B127-FA9E713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короткий функциональный переход · без spring / bounce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D3FDCA4-2FA3-42C7-B9C0-97C65D97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ДОПУСТИМО</a:t>
            </a:r>
          </a:p>
        </p:txBody>
      </p:sp>
      <p:sp>
        <p:nvSpPr>
          <p:cNvPr id="12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70850A84-3A4F-44DC-8AD7-616E3884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6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3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D71154F7-5033-4E26-84C4-2B2997F0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однократное критическое изменение, затем статика</a:t>
            </a:r>
          </a:p>
        </p:txBody>
      </p:sp>
      <p:sp>
        <p:nvSpPr>
          <p:cNvPr id="14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BCF111B2-EC84-4D77-BFFE-D9B7EB82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66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5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AE26DDB7-9067-4D50-8B92-127BD3F3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reduced motion по умолчанию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7050BD2-3146-46F3-B8D1-137EEC0B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9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B42318"/>
                </a:solidFill>
                <a:latin typeface="Menlo"/>
                <a:ea typeface="Menlo"/>
                <a:cs typeface="Menlo"/>
              </a:rPr>
              <a:t>НЕ ДОПУСКАЕТСЯ</a:t>
            </a:r>
          </a:p>
        </p:txBody>
      </p:sp>
      <p:sp>
        <p:nvSpPr>
          <p:cNvPr id="17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06C3E39D-052B-435D-858A-2E0256D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266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8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2E763BFE-5789-477F-84B2-8D99668B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497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autoplay и бесконечные циклы</a:t>
            </a:r>
          </a:p>
        </p:txBody>
      </p:sp>
      <p:sp>
        <p:nvSpPr>
          <p:cNvPr id="19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F43A047F-1DB4-4B1F-B155-6D335272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66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20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EE889A29-9EF6-4ED9-9866-0C59F79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19450"/>
            <a:ext cx="497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параллакс и product reveal</a:t>
            </a:r>
          </a:p>
        </p:txBody>
      </p:sp>
      <p:sp>
        <p:nvSpPr>
          <p:cNvPr id="21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971F1F25-FF64-435C-B0C8-7AFF0A8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66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22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99551095-0662-4CAE-A7B4-98F35804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497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таймеры и обратный отсчёт вне реальной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469463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0D77E3F-8E58-4876-AF56-867C4CEB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62A6E0B-076D-43D0-8488-C8921888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21A1A4-0F4E-4AFD-AF1D-071E760E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 luxury и не punitive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0B54776-065F-460E-B21E-975CD7BD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C340DE1-4452-4BB0-A7E0-37E167C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85CC558-8CA1-4D15-B2E9-A5341ACB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10 / 55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F25195-6F8B-450E-8313-0960FAD5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НЕ LUXURY</a:t>
            </a:r>
          </a:p>
        </p:txBody>
      </p:sp>
      <p:sp>
        <p:nvSpPr>
          <p:cNvPr id="8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4CDF2189-F46D-461B-BD87-81282CC7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6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9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DD478003-D91E-4E94-B575-49117D36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89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фольги, стеклянного театра, soft-touch и чёрного на чёрном</a:t>
            </a:r>
          </a:p>
        </p:txBody>
      </p:sp>
      <p:sp>
        <p:nvSpPr>
          <p:cNvPr id="10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8EBDB77D-EBC1-4ECF-97AE-744AC48A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6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1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1375CC67-E058-4501-8FAF-D016ACD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89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гигантского воздуха и музейного пьедестала</a:t>
            </a:r>
          </a:p>
        </p:txBody>
      </p:sp>
      <p:sp>
        <p:nvSpPr>
          <p:cNvPr id="12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B951C3E7-6F8D-40AB-853C-B0EC0BDF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6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3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58A56165-E12C-4CC5-B3C6-DEC29B62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89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кастомного предмета ради желания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4134285D-AE6B-4608-8157-21D3FAC2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B5F28C6-588C-4E36-A0F3-2218B3C6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НЕ PUNITIVE</a:t>
            </a:r>
          </a:p>
        </p:txBody>
      </p:sp>
      <p:sp>
        <p:nvSpPr>
          <p:cNvPr id="16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1980CC93-1E1C-466D-AC7B-CA061A0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6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7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890C5B66-B8D1-4319-A81D-B5117AE2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489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грязно-серой намеренной убогости, решёток и красного залитого поля</a:t>
            </a:r>
          </a:p>
        </p:txBody>
      </p:sp>
      <p:sp>
        <p:nvSpPr>
          <p:cNvPr id="18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33061F92-F00E-46D6-884A-027E2B4C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26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9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DA73F206-8CAE-46CE-9D42-BCDE6D88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489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мелкого текста и намеренной сложности</a:t>
            </a:r>
          </a:p>
        </p:txBody>
      </p:sp>
      <p:sp>
        <p:nvSpPr>
          <p:cNvPr id="20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DC7CB245-376C-490A-AE5A-A7E738B0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26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21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F83D8951-766B-49D9-ABE6-64B31344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489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нет барьера ради демонстрации строгости</a:t>
            </a:r>
          </a:p>
        </p:txBody>
      </p:sp>
    </p:spTree>
    <p:extLst>
      <p:ext uri="{BB962C8B-B14F-4D97-AF65-F5344CB8AC3E}">
        <p14:creationId xmlns:p14="http://schemas.microsoft.com/office/powerpoint/2010/main" val="12214888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6FC9F81-60B2-456C-AAC4-BA2D6C59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SYSTEM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7C6046B-1D9F-4D08-9BBB-F8E9404E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A00848-8F99-436D-815F-46127E07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Узнаваемость создаёт порядок данных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4ED6667-845C-453B-A3E2-C98EB5E1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B832D91-0A66-48AE-BFEC-644B6B0E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6992106-7585-4BA3-A1D0-42679C76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11 / 55</a:t>
            </a:r>
          </a:p>
        </p:txBody>
      </p:sp>
      <p:sp>
        <p:nvSpPr>
          <p:cNvPr id="7" name="grammar-1">
            <a:extLst xmlns:a="http://schemas.openxmlformats.org/drawingml/2006/main">
              <a:ext uri="{FF2B5EF4-FFF2-40B4-BE49-F238E27FC236}">
                <a16:creationId xmlns:a16="http://schemas.microsoft.com/office/drawing/2014/main" id="{1C783CEF-8356-4368-9787-AC20D3E7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6003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8" name="grammar-1-text">
            <a:extLst xmlns:a="http://schemas.openxmlformats.org/drawingml/2006/main">
              <a:ext uri="{FF2B5EF4-FFF2-40B4-BE49-F238E27FC236}">
                <a16:creationId xmlns:a16="http://schemas.microsoft.com/office/drawing/2014/main" id="{1CE9681D-9BC6-4298-8100-E7D79A25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родовой класс</a:t>
            </a:r>
          </a:p>
        </p:txBody>
      </p:sp>
      <p:sp>
        <p:nvSpPr>
          <p:cNvPr id="9" name="grammar-arrow-1">
            <a:extLst xmlns:a="http://schemas.openxmlformats.org/drawingml/2006/main">
              <a:ext uri="{FF2B5EF4-FFF2-40B4-BE49-F238E27FC236}">
                <a16:creationId xmlns:a16="http://schemas.microsoft.com/office/drawing/2014/main" id="{B7BAD84E-687A-48FE-90EC-2F0F5B4F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52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0" name="grammar-2">
            <a:extLst xmlns:a="http://schemas.openxmlformats.org/drawingml/2006/main">
              <a:ext uri="{FF2B5EF4-FFF2-40B4-BE49-F238E27FC236}">
                <a16:creationId xmlns:a16="http://schemas.microsoft.com/office/drawing/2014/main" id="{B9465EC4-2E79-4E39-94FF-EA7029A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24100"/>
            <a:ext cx="26003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1" name="grammar-2-text">
            <a:extLst xmlns:a="http://schemas.openxmlformats.org/drawingml/2006/main">
              <a:ext uri="{FF2B5EF4-FFF2-40B4-BE49-F238E27FC236}">
                <a16:creationId xmlns:a16="http://schemas.microsoft.com/office/drawing/2014/main" id="{D517A98E-F90C-4AF4-BA80-DD2A9368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активное содержание</a:t>
            </a:r>
          </a:p>
        </p:txBody>
      </p:sp>
      <p:sp>
        <p:nvSpPr>
          <p:cNvPr id="12" name="grammar-arrow-2">
            <a:extLst xmlns:a="http://schemas.openxmlformats.org/drawingml/2006/main">
              <a:ext uri="{FF2B5EF4-FFF2-40B4-BE49-F238E27FC236}">
                <a16:creationId xmlns:a16="http://schemas.microsoft.com/office/drawing/2014/main" id="{66B44628-B5EE-410C-9757-6D7388D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3" name="grammar-3">
            <a:extLst xmlns:a="http://schemas.openxmlformats.org/drawingml/2006/main">
              <a:ext uri="{FF2B5EF4-FFF2-40B4-BE49-F238E27FC236}">
                <a16:creationId xmlns:a16="http://schemas.microsoft.com/office/drawing/2014/main" id="{226F92E7-0F8F-482D-80F0-83B17AA4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6003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4" name="grammar-3-text">
            <a:extLst xmlns:a="http://schemas.openxmlformats.org/drawingml/2006/main">
              <a:ext uri="{FF2B5EF4-FFF2-40B4-BE49-F238E27FC236}">
                <a16:creationId xmlns:a16="http://schemas.microsoft.com/office/drawing/2014/main" id="{61677DFD-5F94-4DEC-843C-7CB0BBE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единица</a:t>
            </a:r>
          </a:p>
        </p:txBody>
      </p:sp>
      <p:sp>
        <p:nvSpPr>
          <p:cNvPr id="15" name="grammar-arrow-3">
            <a:extLst xmlns:a="http://schemas.openxmlformats.org/drawingml/2006/main">
              <a:ext uri="{FF2B5EF4-FFF2-40B4-BE49-F238E27FC236}">
                <a16:creationId xmlns:a16="http://schemas.microsoft.com/office/drawing/2014/main" id="{54477743-C2AB-41BD-8F44-861639AA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52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6" name="grammar-4">
            <a:extLst xmlns:a="http://schemas.openxmlformats.org/drawingml/2006/main">
              <a:ext uri="{FF2B5EF4-FFF2-40B4-BE49-F238E27FC236}">
                <a16:creationId xmlns:a16="http://schemas.microsoft.com/office/drawing/2014/main" id="{509AD14C-0F1F-46B9-9049-5795036F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24100"/>
            <a:ext cx="26003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8"/>
          </a:solidFill>
          <a:ln xmlns:a="http://schemas.openxmlformats.org/drawingml/2006/main" w="9525">
            <a:solidFill>
              <a:srgbClr val="245B78"/>
            </a:solidFill>
            <a:prstDash val="solid"/>
          </a:ln>
        </p:spPr>
      </p:sp>
      <p:sp>
        <p:nvSpPr>
          <p:cNvPr id="17" name="grammar-4-text">
            <a:extLst xmlns:a="http://schemas.openxmlformats.org/drawingml/2006/main">
              <a:ext uri="{FF2B5EF4-FFF2-40B4-BE49-F238E27FC236}">
                <a16:creationId xmlns:a16="http://schemas.microsoft.com/office/drawing/2014/main" id="{6832DF8C-4A46-4A3E-9283-0CDB97DE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76500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главный риск</a:t>
            </a:r>
          </a:p>
        </p:txBody>
      </p:sp>
      <p:sp>
        <p:nvSpPr>
          <p:cNvPr id="18" name="grammar-5">
            <a:extLst xmlns:a="http://schemas.openxmlformats.org/drawingml/2006/main">
              <a:ext uri="{FF2B5EF4-FFF2-40B4-BE49-F238E27FC236}">
                <a16:creationId xmlns:a16="http://schemas.microsoft.com/office/drawing/2014/main" id="{2EBF1247-5D7F-4964-B2D2-FC021FF6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61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9" name="grammar-5-text">
            <a:extLst xmlns:a="http://schemas.openxmlformats.org/drawingml/2006/main">
              <a:ext uri="{FF2B5EF4-FFF2-40B4-BE49-F238E27FC236}">
                <a16:creationId xmlns:a16="http://schemas.microsoft.com/office/drawing/2014/main" id="{2252F309-1ED8-42B6-8B12-F8B6B995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27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режим</a:t>
            </a:r>
          </a:p>
        </p:txBody>
      </p:sp>
      <p:sp>
        <p:nvSpPr>
          <p:cNvPr id="20" name="grammar-arrow-5">
            <a:extLst xmlns:a="http://schemas.openxmlformats.org/drawingml/2006/main">
              <a:ext uri="{FF2B5EF4-FFF2-40B4-BE49-F238E27FC236}">
                <a16:creationId xmlns:a16="http://schemas.microsoft.com/office/drawing/2014/main" id="{48E446DA-D1C9-4BE4-89C8-BC41D01C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39433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21" name="grammar-6">
            <a:extLst xmlns:a="http://schemas.openxmlformats.org/drawingml/2006/main">
              <a:ext uri="{FF2B5EF4-FFF2-40B4-BE49-F238E27FC236}">
                <a16:creationId xmlns:a16="http://schemas.microsoft.com/office/drawing/2014/main" id="{04232087-17A0-439A-A059-ACA6D51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714750"/>
            <a:ext cx="261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2" name="grammar-6-text">
            <a:extLst xmlns:a="http://schemas.openxmlformats.org/drawingml/2006/main">
              <a:ext uri="{FF2B5EF4-FFF2-40B4-BE49-F238E27FC236}">
                <a16:creationId xmlns:a16="http://schemas.microsoft.com/office/drawing/2014/main" id="{DC85A8C9-AFB4-4241-BC76-6EF37033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3867150"/>
            <a:ext cx="227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версия</a:t>
            </a:r>
          </a:p>
        </p:txBody>
      </p:sp>
      <p:sp>
        <p:nvSpPr>
          <p:cNvPr id="23" name="grammar-arrow-6">
            <a:extLst xmlns:a="http://schemas.openxmlformats.org/drawingml/2006/main">
              <a:ext uri="{FF2B5EF4-FFF2-40B4-BE49-F238E27FC236}">
                <a16:creationId xmlns:a16="http://schemas.microsoft.com/office/drawing/2014/main" id="{6CB179CF-0418-4D52-94A8-FCD1F27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0" y="39433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24" name="grammar-7">
            <a:extLst xmlns:a="http://schemas.openxmlformats.org/drawingml/2006/main">
              <a:ext uri="{FF2B5EF4-FFF2-40B4-BE49-F238E27FC236}">
                <a16:creationId xmlns:a16="http://schemas.microsoft.com/office/drawing/2014/main" id="{541B2D38-EE0A-44C3-B2CC-1C80246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3714750"/>
            <a:ext cx="261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5" name="grammar-7-text">
            <a:extLst xmlns:a="http://schemas.openxmlformats.org/drawingml/2006/main">
              <a:ext uri="{FF2B5EF4-FFF2-40B4-BE49-F238E27FC236}">
                <a16:creationId xmlns:a16="http://schemas.microsoft.com/office/drawing/2014/main" id="{DBBEE515-946A-45C5-B90E-A6D7713B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867150"/>
            <a:ext cx="227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помощь</a:t>
            </a:r>
          </a:p>
        </p:txBody>
      </p:sp>
      <p:sp>
        <p:nvSpPr>
          <p:cNvPr id="26" name="grammar-conclusion">
            <a:extLst xmlns:a="http://schemas.openxmlformats.org/drawingml/2006/main">
              <a:ext uri="{FF2B5EF4-FFF2-40B4-BE49-F238E27FC236}">
                <a16:creationId xmlns:a16="http://schemas.microsoft.com/office/drawing/2014/main" id="{8A7D175A-0A16-44F7-AF6C-70D63105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Именно эта грамматика, а не декоративный код, является идентичностью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2322077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45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A575F9-674B-43EB-A197-1E84060B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PROTOTYPE SCOPE V0.1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3562CB3F-9A40-45BA-BD54-4008B25F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MVP Prototype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126CC159-C9DD-411D-9B1E-0413BFAF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Один связный опыт — от функции точки до помощи и проверки партии.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A9E0D12-5BE2-4228-BFFB-EF1B2FF3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28F05B1-8863-4FB8-BE09-4A3C164C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EF74850-477A-4E14-829E-D0997A1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12 / 55</a:t>
            </a:r>
          </a:p>
        </p:txBody>
      </p:sp>
    </p:spTree>
    <p:extLst>
      <p:ext uri="{BB962C8B-B14F-4D97-AF65-F5344CB8AC3E}">
        <p14:creationId xmlns:p14="http://schemas.microsoft.com/office/powerpoint/2010/main" val="8984323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05FDA8D-2D0F-4491-B170-50C0618B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E842200-1A08-46CA-A45F-221C1B8A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76A318-F2DA-4CC4-857A-443E67F2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Что мы проверяем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883593F-CA9F-49EA-9EC7-DE68A5BE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6AA8A58-B990-487C-AC19-8CE38D9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582E5D8-1703-46F8-AB31-4F7FFA7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13 / 55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41B2E1-FC15-44BC-864E-50FF414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Не «нравится ли стиль», а возможно ли создать цельный опыт, который: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D06AFB-787E-4A9D-B649-8F4B2C8E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test-1">
            <a:extLst xmlns:a="http://schemas.openxmlformats.org/drawingml/2006/main">
              <a:ext uri="{FF2B5EF4-FFF2-40B4-BE49-F238E27FC236}">
                <a16:creationId xmlns:a16="http://schemas.microsoft.com/office/drawing/2014/main" id="{907D8892-B4E5-42C5-B38F-F6C0FB74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384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лучше коммерческого интерфейса объясняет продукт и риск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6EF621B-7204-413A-B3FC-9B71246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D3C6BA-A626-4260-8451-1D7C3252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test-2">
            <a:extLst xmlns:a="http://schemas.openxmlformats.org/drawingml/2006/main">
              <a:ext uri="{FF2B5EF4-FFF2-40B4-BE49-F238E27FC236}">
                <a16:creationId xmlns:a16="http://schemas.microsoft.com/office/drawing/2014/main" id="{32CDAFA0-BE87-4039-BACD-B12EA48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 увеличивает желание и статус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38A42A93-C98E-4CC0-A141-CF8F3744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19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AEB8DC6-A1EA-4462-85C0-AE3F2AD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test-3">
            <a:extLst xmlns:a="http://schemas.openxmlformats.org/drawingml/2006/main">
              <a:ext uri="{FF2B5EF4-FFF2-40B4-BE49-F238E27FC236}">
                <a16:creationId xmlns:a16="http://schemas.microsoft.com/office/drawing/2014/main" id="{08713B76-74B9-46D2-B628-9C48D97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уважительнее карательной plain-среды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F244F0F-392A-422D-85F6-7E591DA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B6A8FEF-5914-4B01-8E53-7C32DA98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8" name="test-4">
            <a:extLst xmlns:a="http://schemas.openxmlformats.org/drawingml/2006/main">
              <a:ext uri="{FF2B5EF4-FFF2-40B4-BE49-F238E27FC236}">
                <a16:creationId xmlns:a16="http://schemas.microsoft.com/office/drawing/2014/main" id="{A053D386-0860-4F4B-BF22-0703234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работает одинаковой грамматикой от упаковки до сотрудника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CC5264C7-1403-4FDF-86E6-F13B0963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911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36C7C10-F18A-484A-996D-DE3EC8B2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1" name="test-5">
            <a:extLst xmlns:a="http://schemas.openxmlformats.org/drawingml/2006/main">
              <a:ext uri="{FF2B5EF4-FFF2-40B4-BE49-F238E27FC236}">
                <a16:creationId xmlns:a16="http://schemas.microsoft.com/office/drawing/2014/main" id="{FE8D9B7A-732B-492A-B472-9D850ECB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816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оставляет понятный список нерешённых регуляторных вопросов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F9B61B9A-7C30-4E15-A858-CAE860F1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76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34756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70A722D-0672-4A59-860B-425978A1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8901788-D78D-4EB3-ABF2-0F38963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21ACFC-C272-42AB-ADC5-AA6A6305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Сквозной сценарий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BAB9F04-4BAD-4782-8754-B8611ECD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99E0940-1600-468D-BA1F-96AF724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957CFCD-3333-4CA4-8D48-334A2973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14 / 55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C662436-A0FC-47CA-938F-983A44C0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670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ario-1">
            <a:extLst xmlns:a="http://schemas.openxmlformats.org/drawingml/2006/main">
              <a:ext uri="{FF2B5EF4-FFF2-40B4-BE49-F238E27FC236}">
                <a16:creationId xmlns:a16="http://schemas.microsoft.com/office/drawing/2014/main" id="{0A03CF88-E261-45B4-A698-DD69C092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2317FD-1B3B-4CDB-9EE6-7ACFFC0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scenario-1-text">
            <a:extLst xmlns:a="http://schemas.openxmlformats.org/drawingml/2006/main">
              <a:ext uri="{FF2B5EF4-FFF2-40B4-BE49-F238E27FC236}">
                <a16:creationId xmlns:a16="http://schemas.microsoft.com/office/drawing/2014/main" id="{AC654876-9754-445A-91CA-48111F8B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Видит функцию точки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0BA378C-01BA-4757-A8F0-D7F9EEC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2">
            <a:extLst xmlns:a="http://schemas.openxmlformats.org/drawingml/2006/main">
              <a:ext uri="{FF2B5EF4-FFF2-40B4-BE49-F238E27FC236}">
                <a16:creationId xmlns:a16="http://schemas.microsoft.com/office/drawing/2014/main" id="{E9EB7E9A-5130-40C1-A475-B297FA0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18DA14-63FC-47C8-A4FD-F7F3469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scenario-2-text">
            <a:extLst xmlns:a="http://schemas.openxmlformats.org/drawingml/2006/main">
              <a:ext uri="{FF2B5EF4-FFF2-40B4-BE49-F238E27FC236}">
                <a16:creationId xmlns:a16="http://schemas.microsoft.com/office/drawing/2014/main" id="{F60576EF-2A53-4E8B-BB95-2BCFB187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193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Входит без ID в информационную зону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6963B4FF-B371-4446-886E-B1F37496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3">
            <a:extLst xmlns:a="http://schemas.openxmlformats.org/drawingml/2006/main">
              <a:ext uri="{FF2B5EF4-FFF2-40B4-BE49-F238E27FC236}">
                <a16:creationId xmlns:a16="http://schemas.microsoft.com/office/drawing/2014/main" id="{9CC6B1C6-DF9D-41A3-BC8F-E8DFC8C8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8820B01-9A83-4F4D-A477-EAD16FDD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8" name="scenario-3-text">
            <a:extLst xmlns:a="http://schemas.openxmlformats.org/drawingml/2006/main">
              <a:ext uri="{FF2B5EF4-FFF2-40B4-BE49-F238E27FC236}">
                <a16:creationId xmlns:a16="http://schemas.microsoft.com/office/drawing/2014/main" id="{0F78FE93-0FED-4457-83BE-5113A1E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Понимает классификацию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458587DA-B807-4D7D-BA1C-48E72FD3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4">
            <a:extLst xmlns:a="http://schemas.openxmlformats.org/drawingml/2006/main">
              <a:ext uri="{FF2B5EF4-FFF2-40B4-BE49-F238E27FC236}">
                <a16:creationId xmlns:a16="http://schemas.microsoft.com/office/drawing/2014/main" id="{B8611F98-895A-43DD-A73A-C5A4C95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DC41E4-0DED-4B3E-86A0-D169246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scenario-4-text">
            <a:extLst xmlns:a="http://schemas.openxmlformats.org/drawingml/2006/main">
              <a:ext uri="{FF2B5EF4-FFF2-40B4-BE49-F238E27FC236}">
                <a16:creationId xmlns:a16="http://schemas.microsoft.com/office/drawing/2014/main" id="{D92A19BA-05B8-4CDB-8041-1957FD7F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Находит условный продукт</a:t>
            </a:r>
          </a:p>
        </p:txBody>
      </p:sp>
      <p:sp>
        <p:nvSpPr>
          <p:cNvPr id="23" name="scenario-5">
            <a:extLst xmlns:a="http://schemas.openxmlformats.org/drawingml/2006/main">
              <a:ext uri="{FF2B5EF4-FFF2-40B4-BE49-F238E27FC236}">
                <a16:creationId xmlns:a16="http://schemas.microsoft.com/office/drawing/2014/main" id="{807A7D0D-5514-419E-AB97-8CE2536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6EAEA81-4DEE-4652-BAFF-B59549E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5" name="scenario-5-text">
            <a:extLst xmlns:a="http://schemas.openxmlformats.org/drawingml/2006/main">
              <a:ext uri="{FF2B5EF4-FFF2-40B4-BE49-F238E27FC236}">
                <a16:creationId xmlns:a16="http://schemas.microsoft.com/office/drawing/2014/main" id="{A269028D-9C56-4201-986A-B05C7776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193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Сравнивает две формы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89A4FC94-89CF-4C51-A213-A399988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6">
            <a:extLst xmlns:a="http://schemas.openxmlformats.org/drawingml/2006/main">
              <a:ext uri="{FF2B5EF4-FFF2-40B4-BE49-F238E27FC236}">
                <a16:creationId xmlns:a16="http://schemas.microsoft.com/office/drawing/2014/main" id="{25D102A5-7CA1-403F-B849-3B5E0403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4EFDD91-7E48-497E-9EDD-D47557CA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9" name="scenario-6-text">
            <a:extLst xmlns:a="http://schemas.openxmlformats.org/drawingml/2006/main">
              <a:ext uri="{FF2B5EF4-FFF2-40B4-BE49-F238E27FC236}">
                <a16:creationId xmlns:a16="http://schemas.microsoft.com/office/drawing/2014/main" id="{920527C3-B6C9-43CB-A860-9A04E374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При необходимости задаёт вопрос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84E20D8C-345D-40C9-903B-5FAAC1D0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cenario-7">
            <a:extLst xmlns:a="http://schemas.openxmlformats.org/drawingml/2006/main">
              <a:ext uri="{FF2B5EF4-FFF2-40B4-BE49-F238E27FC236}">
                <a16:creationId xmlns:a16="http://schemas.microsoft.com/office/drawing/2014/main" id="{C0E4AED5-B7A7-45AE-B06A-7A48F432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481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0B27482-4D7F-4B74-A931-A4C6CD3E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3" name="scenario-7-text">
            <a:extLst xmlns:a="http://schemas.openxmlformats.org/drawingml/2006/main">
              <a:ext uri="{FF2B5EF4-FFF2-40B4-BE49-F238E27FC236}">
                <a16:creationId xmlns:a16="http://schemas.microsoft.com/office/drawing/2014/main" id="{BD9DB42B-3B3B-4646-9EF1-4112B166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862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Подтверждает право перед выдачей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924385A6-B14F-42E7-A72A-ABF782F5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cenario-8">
            <a:extLst xmlns:a="http://schemas.openxmlformats.org/drawingml/2006/main">
              <a:ext uri="{FF2B5EF4-FFF2-40B4-BE49-F238E27FC236}">
                <a16:creationId xmlns:a16="http://schemas.microsoft.com/office/drawing/2014/main" id="{D55E0FA0-6875-4730-B8D9-7B62B39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481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8"/>
          </a:solidFill>
          <a:ln xmlns:a="http://schemas.openxmlformats.org/drawingml/2006/main" w="9525">
            <a:solidFill>
              <a:srgbClr val="245B78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8A0969A-F2A1-4ADF-8147-F5ECC180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81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7" name="scenario-8-text">
            <a:extLst xmlns:a="http://schemas.openxmlformats.org/drawingml/2006/main">
              <a:ext uri="{FF2B5EF4-FFF2-40B4-BE49-F238E27FC236}">
                <a16:creationId xmlns:a16="http://schemas.microsoft.com/office/drawing/2014/main" id="{6CB79CDE-6975-4AA5-9270-4A803641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Слышит критический факт</a:t>
            </a:r>
          </a:p>
        </p:txBody>
      </p:sp>
      <p:sp>
        <p:nvSpPr>
          <p:cNvPr id="38" name="rule">
            <a:extLst xmlns:a="http://schemas.openxmlformats.org/drawingml/2006/main">
              <a:ext uri="{FF2B5EF4-FFF2-40B4-BE49-F238E27FC236}">
                <a16:creationId xmlns:a16="http://schemas.microsoft.com/office/drawing/2014/main" id="{B85357A3-2E17-4DFB-9AAF-9DD0F1CA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9">
            <a:extLst xmlns:a="http://schemas.openxmlformats.org/drawingml/2006/main">
              <a:ext uri="{FF2B5EF4-FFF2-40B4-BE49-F238E27FC236}">
                <a16:creationId xmlns:a16="http://schemas.microsoft.com/office/drawing/2014/main" id="{B9F10911-C741-42DE-A4BD-4457694B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481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20303D8-860D-4C27-9B36-20E0D96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41" name="scenario-9-text">
            <a:extLst xmlns:a="http://schemas.openxmlformats.org/drawingml/2006/main">
              <a:ext uri="{FF2B5EF4-FFF2-40B4-BE49-F238E27FC236}">
                <a16:creationId xmlns:a16="http://schemas.microsoft.com/office/drawing/2014/main" id="{160F7A19-A46B-43FE-8A84-0AF0154B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Получает упаковку и чек</a:t>
            </a:r>
          </a:p>
        </p:txBody>
      </p:sp>
      <p:sp>
        <p:nvSpPr>
          <p:cNvPr id="42" name="scenario-10">
            <a:extLst xmlns:a="http://schemas.openxmlformats.org/drawingml/2006/main">
              <a:ext uri="{FF2B5EF4-FFF2-40B4-BE49-F238E27FC236}">
                <a16:creationId xmlns:a16="http://schemas.microsoft.com/office/drawing/2014/main" id="{2AC7C3C5-642D-49C3-9126-B989C50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9CFCBCA9-1087-4352-B8CB-0117856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44" name="scenario-10-text">
            <a:extLst xmlns:a="http://schemas.openxmlformats.org/drawingml/2006/main">
              <a:ext uri="{FF2B5EF4-FFF2-40B4-BE49-F238E27FC236}">
                <a16:creationId xmlns:a16="http://schemas.microsoft.com/office/drawing/2014/main" id="{E78E6A58-6F35-4163-A31E-8BAFEA2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862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Проверяет партию или открывает помощь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10DF924C-F691-4B9F-B90C-4862337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Информация и помощь доступны до транзакции и после неё.</a:t>
            </a:r>
          </a:p>
        </p:txBody>
      </p:sp>
    </p:spTree>
    <p:extLst>
      <p:ext uri="{BB962C8B-B14F-4D97-AF65-F5344CB8AC3E}">
        <p14:creationId xmlns:p14="http://schemas.microsoft.com/office/powerpoint/2010/main" val="16041287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45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6F1C02E-888A-456F-8712-33EBDB4F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MVP PROTOTYPE · PHYSICAL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926F165-57DB-4B18-AB55-644E478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Физический комплект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A0379A8F-E815-4DEE-88E5-FB43A40B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Упаковка · пространство · печатные носители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E01A6C3-AA46-48DB-ABD7-6D62D2E6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F22BC7F3-30DA-4665-BAEC-78C89929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FD9A107-D9B4-41FB-B5B2-7DDA72C9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15 / 55</a:t>
            </a:r>
          </a:p>
        </p:txBody>
      </p:sp>
    </p:spTree>
    <p:extLst>
      <p:ext uri="{BB962C8B-B14F-4D97-AF65-F5344CB8AC3E}">
        <p14:creationId xmlns:p14="http://schemas.microsoft.com/office/powerpoint/2010/main" val="1061188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62D7A10-29BB-4D1D-A36C-9C6E14F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 · PHYSICAL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D5D464A-C295-4800-852A-49C7E3FE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9E3291-002B-484F-9D9E-DD8B273C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Упаковка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12EFD20-7136-497F-ADBC-D8B27F2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271EB32-B4BF-4B8C-A978-8385878C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2737B8A-F71F-4342-89B2-62ECF9DB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16 / 55</a:t>
            </a:r>
          </a:p>
        </p:txBody>
      </p:sp>
      <p:sp>
        <p:nvSpPr>
          <p:cNvPr id="7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30CB759D-80F9-40AE-BDE0-98483403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8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D6995A71-E1B8-45F7-8EAD-406F43E7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3 семейства: жидкость, набор единиц, контролируемая единица</a:t>
            </a:r>
          </a:p>
        </p:txBody>
      </p:sp>
      <p:sp>
        <p:nvSpPr>
          <p:cNvPr id="9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B7D2CFDE-A1A0-46FF-A2A2-DD178A09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0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2901F910-1649-4BD9-952B-FC0D971F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2 варианта в каждом семействе</a:t>
            </a:r>
          </a:p>
        </p:txBody>
      </p:sp>
      <p:sp>
        <p:nvSpPr>
          <p:cNvPr id="11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D6F67883-83A5-4597-99AC-6A277B60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2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CE5690E5-16DA-40C9-B8D4-1F9518C8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только фиктивные активные вещества или явно фиктивные значения</a:t>
            </a:r>
          </a:p>
        </p:txBody>
      </p:sp>
      <p:sp>
        <p:nvSpPr>
          <p:cNvPr id="13" name="bullet-4-mark">
            <a:extLst xmlns:a="http://schemas.openxmlformats.org/drawingml/2006/main">
              <a:ext uri="{FF2B5EF4-FFF2-40B4-BE49-F238E27FC236}">
                <a16:creationId xmlns:a16="http://schemas.microsoft.com/office/drawing/2014/main" id="{6F4173C3-E2B7-435D-BF1E-92D5C48F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4" name="bullet-4-text">
            <a:extLst xmlns:a="http://schemas.openxmlformats.org/drawingml/2006/main">
              <a:ext uri="{FF2B5EF4-FFF2-40B4-BE49-F238E27FC236}">
                <a16:creationId xmlns:a16="http://schemas.microsoft.com/office/drawing/2014/main" id="{1767909C-00BD-4744-810C-624E30B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лицевая, оборотная и техническая зоны</a:t>
            </a:r>
          </a:p>
        </p:txBody>
      </p:sp>
      <p:sp>
        <p:nvSpPr>
          <p:cNvPr id="15" name="bullet-5-mark">
            <a:extLst xmlns:a="http://schemas.openxmlformats.org/drawingml/2006/main">
              <a:ext uri="{FF2B5EF4-FFF2-40B4-BE49-F238E27FC236}">
                <a16:creationId xmlns:a16="http://schemas.microsoft.com/office/drawing/2014/main" id="{6AF463EF-9E99-4671-AC90-DCAA44C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6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6" name="bullet-5-text">
            <a:extLst xmlns:a="http://schemas.openxmlformats.org/drawingml/2006/main">
              <a:ext uri="{FF2B5EF4-FFF2-40B4-BE49-F238E27FC236}">
                <a16:creationId xmlns:a16="http://schemas.microsoft.com/office/drawing/2014/main" id="{9062BFC6-86A2-4AEE-81C2-EB6904A0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QR на локальный прототип реестра</a:t>
            </a:r>
          </a:p>
        </p:txBody>
      </p:sp>
      <p:sp>
        <p:nvSpPr>
          <p:cNvPr id="17" name="visual-placeholder">
            <a:extLst xmlns:a="http://schemas.openxmlformats.org/drawingml/2006/main">
              <a:ext uri="{FF2B5EF4-FFF2-40B4-BE49-F238E27FC236}">
                <a16:creationId xmlns:a16="http://schemas.microsoft.com/office/drawing/2014/main" id="{FED02F29-F6C4-4460-A63B-2C1449A3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62150"/>
            <a:ext cx="43243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8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2E1FEDF3-3255-4736-B820-6CF18BCF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PLACEHOLDER</a:t>
            </a:r>
          </a:p>
        </p:txBody>
      </p:sp>
      <p:sp>
        <p:nvSpPr>
          <p:cNvPr id="19" name="placeholder-description">
            <a:extLst xmlns:a="http://schemas.openxmlformats.org/drawingml/2006/main">
              <a:ext uri="{FF2B5EF4-FFF2-40B4-BE49-F238E27FC236}">
                <a16:creationId xmlns:a16="http://schemas.microsoft.com/office/drawing/2014/main" id="{E80615B1-387D-4E74-9856-5960387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47950"/>
            <a:ext cx="3867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Три упаковочных семейства × два варианта</a:t>
            </a:r>
          </a:p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лицевая · оборотная · техническая зоны</a:t>
            </a:r>
          </a:p>
        </p:txBody>
      </p:sp>
      <p:sp>
        <p:nvSpPr>
          <p:cNvPr id="20" name="placeholder-meta">
            <a:extLst xmlns:a="http://schemas.openxmlformats.org/drawingml/2006/main">
              <a:ext uri="{FF2B5EF4-FFF2-40B4-BE49-F238E27FC236}">
                <a16:creationId xmlns:a16="http://schemas.microsoft.com/office/drawing/2014/main" id="{97985C05-C2DE-4AC6-9640-A7D8A0F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959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5:4 · заменить без lifestyle-кода и product hero</a:t>
            </a:r>
          </a:p>
        </p:txBody>
      </p:sp>
    </p:spTree>
    <p:extLst>
      <p:ext uri="{BB962C8B-B14F-4D97-AF65-F5344CB8AC3E}">
        <p14:creationId xmlns:p14="http://schemas.microsoft.com/office/powerpoint/2010/main" val="11958465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A835B79-ED79-455B-879E-898D4F9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 · PHYSICAL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3DC1A91-F805-45FA-A2DF-F13F557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E8117F-6A4E-4849-A579-DBE6D9C9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Пространство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61FDF68-7437-4875-90EF-A4B0D9D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B5A5B21-31FD-4A8A-809A-CAD8070F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1F61100-EA53-40AD-A1A6-48C17526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17 / 55</a:t>
            </a:r>
          </a:p>
        </p:txBody>
      </p:sp>
      <p:sp>
        <p:nvSpPr>
          <p:cNvPr id="7" name="space-1">
            <a:extLst xmlns:a="http://schemas.openxmlformats.org/drawingml/2006/main">
              <a:ext uri="{FF2B5EF4-FFF2-40B4-BE49-F238E27FC236}">
                <a16:creationId xmlns:a16="http://schemas.microsoft.com/office/drawing/2014/main" id="{B0CBC850-5409-4530-BEA8-06B8D3F6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0AF6E9-2908-4E86-8D4B-DF602C4E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space-1-text">
            <a:extLst xmlns:a="http://schemas.openxmlformats.org/drawingml/2006/main">
              <a:ext uri="{FF2B5EF4-FFF2-40B4-BE49-F238E27FC236}">
                <a16:creationId xmlns:a16="http://schemas.microsoft.com/office/drawing/2014/main" id="{CF7E4D1E-719B-4302-AA73-30786FCB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фасадный фрагмент 1:1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AF35A76-3BFD-4CB2-9721-A00C2AF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003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ace-2">
            <a:extLst xmlns:a="http://schemas.openxmlformats.org/drawingml/2006/main">
              <a:ext uri="{FF2B5EF4-FFF2-40B4-BE49-F238E27FC236}">
                <a16:creationId xmlns:a16="http://schemas.microsoft.com/office/drawing/2014/main" id="{8F7FB85B-2B10-47D3-8067-FB6BA570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621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CA82F4-92E6-42D7-8537-919826E5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space-2-text">
            <a:extLst xmlns:a="http://schemas.openxmlformats.org/drawingml/2006/main">
              <a:ext uri="{FF2B5EF4-FFF2-40B4-BE49-F238E27FC236}">
                <a16:creationId xmlns:a16="http://schemas.microsoft.com/office/drawing/2014/main" id="{5968DC74-4C19-40E0-B13C-7DC70963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входная панель правил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8C7EF5D-9DA6-4896-B04C-CBCB6A97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03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pace-3">
            <a:extLst xmlns:a="http://schemas.openxmlformats.org/drawingml/2006/main">
              <a:ext uri="{FF2B5EF4-FFF2-40B4-BE49-F238E27FC236}">
                <a16:creationId xmlns:a16="http://schemas.microsoft.com/office/drawing/2014/main" id="{20AC58F5-2A5B-430C-AC9D-4FEB67E3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621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2497491-92F0-4F99-A3E3-A723004C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space-3-text">
            <a:extLst xmlns:a="http://schemas.openxmlformats.org/drawingml/2006/main">
              <a:ext uri="{FF2B5EF4-FFF2-40B4-BE49-F238E27FC236}">
                <a16:creationId xmlns:a16="http://schemas.microsoft.com/office/drawing/2014/main" id="{CC2EDA78-C858-4B9A-8F02-85D8D8A3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карта классов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099ACA7A-FC69-4E65-AB17-156F9B9B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03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pace-4">
            <a:extLst xmlns:a="http://schemas.openxmlformats.org/drawingml/2006/main">
              <a:ext uri="{FF2B5EF4-FFF2-40B4-BE49-F238E27FC236}">
                <a16:creationId xmlns:a16="http://schemas.microsoft.com/office/drawing/2014/main" id="{5E5A5F56-5FCE-47BE-A7C4-C57173D7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621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BA49D10-AFF6-4533-BD14-01426474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space-4-text">
            <a:extLst xmlns:a="http://schemas.openxmlformats.org/drawingml/2006/main">
              <a:ext uri="{FF2B5EF4-FFF2-40B4-BE49-F238E27FC236}">
                <a16:creationId xmlns:a16="http://schemas.microsoft.com/office/drawing/2014/main" id="{CDA56189-CF08-44DD-B5F4-C457D3FD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стойка самостоятельной информации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53E09730-EA41-4BEA-955E-DAB11E48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003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ace-5">
            <a:extLst xmlns:a="http://schemas.openxmlformats.org/drawingml/2006/main">
              <a:ext uri="{FF2B5EF4-FFF2-40B4-BE49-F238E27FC236}">
                <a16:creationId xmlns:a16="http://schemas.microsoft.com/office/drawing/2014/main" id="{6711EF30-91E1-4F63-9C71-4EE2C45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C21A667-802A-496D-A601-8B47C8FE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5" name="space-5-text">
            <a:extLst xmlns:a="http://schemas.openxmlformats.org/drawingml/2006/main">
              <a:ext uri="{FF2B5EF4-FFF2-40B4-BE49-F238E27FC236}">
                <a16:creationId xmlns:a16="http://schemas.microsoft.com/office/drawing/2014/main" id="{1293CDD5-6477-4369-A081-062C6320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03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очередь</a:t>
            </a:r>
          </a:p>
        </p:txBody>
      </p:sp>
      <p:sp>
        <p:nvSpPr>
          <p:cNvPr id="26" name="space-6">
            <a:extLst xmlns:a="http://schemas.openxmlformats.org/drawingml/2006/main">
              <a:ext uri="{FF2B5EF4-FFF2-40B4-BE49-F238E27FC236}">
                <a16:creationId xmlns:a16="http://schemas.microsoft.com/office/drawing/2014/main" id="{B3AD906C-3CB4-4C1E-80CA-99542E0F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5938C45-1871-47A6-B3C9-611DE3A9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8" name="space-6-text">
            <a:extLst xmlns:a="http://schemas.openxmlformats.org/drawingml/2006/main">
              <a:ext uri="{FF2B5EF4-FFF2-40B4-BE49-F238E27FC236}">
                <a16:creationId xmlns:a16="http://schemas.microsoft.com/office/drawing/2014/main" id="{DDD008F3-24C1-492F-87F8-555053E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рабочее место выдачи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0228CF2C-D410-4E93-AD10-904A4007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43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pace-7">
            <a:extLst xmlns:a="http://schemas.openxmlformats.org/drawingml/2006/main">
              <a:ext uri="{FF2B5EF4-FFF2-40B4-BE49-F238E27FC236}">
                <a16:creationId xmlns:a16="http://schemas.microsoft.com/office/drawing/2014/main" id="{5848FE29-877B-4638-A95C-AC4B6D1F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052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E8F8D3B-3C08-4B44-8A2A-A9F1A443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3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2" name="space-7-text">
            <a:extLst xmlns:a="http://schemas.openxmlformats.org/drawingml/2006/main">
              <a:ext uri="{FF2B5EF4-FFF2-40B4-BE49-F238E27FC236}">
                <a16:creationId xmlns:a16="http://schemas.microsoft.com/office/drawing/2014/main" id="{75D619A4-F45A-4204-A931-2A3A475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434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приватная консультация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7C4EFCB9-C1B9-40C1-A4EF-38F343F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43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pace-8">
            <a:extLst xmlns:a="http://schemas.openxmlformats.org/drawingml/2006/main">
              <a:ext uri="{FF2B5EF4-FFF2-40B4-BE49-F238E27FC236}">
                <a16:creationId xmlns:a16="http://schemas.microsoft.com/office/drawing/2014/main" id="{3D269D78-60C7-4977-B8E5-48616DFD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052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48F8A3B-AFDD-48B1-8557-637B6AC8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6" name="space-8-text">
            <a:extLst xmlns:a="http://schemas.openxmlformats.org/drawingml/2006/main">
              <a:ext uri="{FF2B5EF4-FFF2-40B4-BE49-F238E27FC236}">
                <a16:creationId xmlns:a16="http://schemas.microsoft.com/office/drawing/2014/main" id="{A7C66B38-E828-4E5C-ACAF-21E54612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закрытое хранение</a:t>
            </a:r>
          </a:p>
        </p:txBody>
      </p:sp>
      <p:sp>
        <p:nvSpPr>
          <p:cNvPr id="37" name="rule">
            <a:extLst xmlns:a="http://schemas.openxmlformats.org/drawingml/2006/main">
              <a:ext uri="{FF2B5EF4-FFF2-40B4-BE49-F238E27FC236}">
                <a16:creationId xmlns:a16="http://schemas.microsoft.com/office/drawing/2014/main" id="{9F30A97B-5F7C-41A4-BBEA-BDCAF28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43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pace-9">
            <a:extLst xmlns:a="http://schemas.openxmlformats.org/drawingml/2006/main">
              <a:ext uri="{FF2B5EF4-FFF2-40B4-BE49-F238E27FC236}">
                <a16:creationId xmlns:a16="http://schemas.microsoft.com/office/drawing/2014/main" id="{0E626810-9AE9-4843-BF77-4E96355D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0525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1E6CDBF-84F0-4827-983D-73699D2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40" name="space-9-text">
            <a:extLst xmlns:a="http://schemas.openxmlformats.org/drawingml/2006/main">
              <a:ext uri="{FF2B5EF4-FFF2-40B4-BE49-F238E27FC236}">
                <a16:creationId xmlns:a16="http://schemas.microsoft.com/office/drawing/2014/main" id="{ECAA0585-5995-456F-97BA-157C0F97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выходная панель помощи и отзыва</a:t>
            </a:r>
          </a:p>
        </p:txBody>
      </p:sp>
      <p:sp>
        <p:nvSpPr>
          <p:cNvPr id="41" name="visual-placeholder">
            <a:extLst xmlns:a="http://schemas.openxmlformats.org/drawingml/2006/main">
              <a:ext uri="{FF2B5EF4-FFF2-40B4-BE49-F238E27FC236}">
                <a16:creationId xmlns:a16="http://schemas.microsoft.com/office/drawing/2014/main" id="{E4EAE2F9-05AC-419F-85DD-7489857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0525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66DB75BD-7BB5-4CF6-8B29-0782084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PLACEHOLDER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E9561F74-2F07-4846-A913-068CABB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958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Фрагмент плана 1:1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B0B198D-C322-4E1A-9D0E-7819BC54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Последовательность фиксирует функции, а не готовую архитектуру.</a:t>
            </a:r>
          </a:p>
        </p:txBody>
      </p:sp>
    </p:spTree>
    <p:extLst>
      <p:ext uri="{BB962C8B-B14F-4D97-AF65-F5344CB8AC3E}">
        <p14:creationId xmlns:p14="http://schemas.microsoft.com/office/powerpoint/2010/main" val="848248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308E29A-9D8D-4BC8-8BEB-47615F6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 · PHYSICAL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BB1C1F8-C5E0-4D5A-B526-0ACE21C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59AC6B-B171-4AA2-B54F-B6A2232C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Печатные носители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3137AD4-27D1-4A54-83FB-2C3E37A9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A27CFBF2-0746-4626-B301-8D148046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BE60EE4-CF8F-47D1-9015-8731B7D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18 / 55</a:t>
            </a:r>
          </a:p>
        </p:txBody>
      </p:sp>
      <p:sp>
        <p:nvSpPr>
          <p:cNvPr id="7" name="bullet-1-mark">
            <a:extLst xmlns:a="http://schemas.openxmlformats.org/drawingml/2006/main">
              <a:ext uri="{FF2B5EF4-FFF2-40B4-BE49-F238E27FC236}">
                <a16:creationId xmlns:a16="http://schemas.microsoft.com/office/drawing/2014/main" id="{9E778157-40DF-432F-BAC9-7F41516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8" name="bullet-1-text">
            <a:extLst xmlns:a="http://schemas.openxmlformats.org/drawingml/2006/main">
              <a:ext uri="{FF2B5EF4-FFF2-40B4-BE49-F238E27FC236}">
                <a16:creationId xmlns:a16="http://schemas.microsoft.com/office/drawing/2014/main" id="{82718C91-103A-467D-8823-9EF1A165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продукта</a:t>
            </a:r>
          </a:p>
        </p:txBody>
      </p:sp>
      <p:sp>
        <p:nvSpPr>
          <p:cNvPr id="9" name="bullet-2-mark">
            <a:extLst xmlns:a="http://schemas.openxmlformats.org/drawingml/2006/main">
              <a:ext uri="{FF2B5EF4-FFF2-40B4-BE49-F238E27FC236}">
                <a16:creationId xmlns:a16="http://schemas.microsoft.com/office/drawing/2014/main" id="{CB052815-B304-4C60-ACFE-3EF84C5E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0" name="bullet-2-text">
            <a:extLst xmlns:a="http://schemas.openxmlformats.org/drawingml/2006/main">
              <a:ext uri="{FF2B5EF4-FFF2-40B4-BE49-F238E27FC236}">
                <a16:creationId xmlns:a16="http://schemas.microsoft.com/office/drawing/2014/main" id="{315290E3-AAD8-4E4A-85FB-EC125E3B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сравнения</a:t>
            </a:r>
          </a:p>
        </p:txBody>
      </p:sp>
      <p:sp>
        <p:nvSpPr>
          <p:cNvPr id="11" name="bullet-3-mark">
            <a:extLst xmlns:a="http://schemas.openxmlformats.org/drawingml/2006/main">
              <a:ext uri="{FF2B5EF4-FFF2-40B4-BE49-F238E27FC236}">
                <a16:creationId xmlns:a16="http://schemas.microsoft.com/office/drawing/2014/main" id="{E04B1CD6-EB38-4CD0-9471-E77AD8A3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2" name="bullet-3-text">
            <a:extLst xmlns:a="http://schemas.openxmlformats.org/drawingml/2006/main">
              <a:ext uri="{FF2B5EF4-FFF2-40B4-BE49-F238E27FC236}">
                <a16:creationId xmlns:a16="http://schemas.microsoft.com/office/drawing/2014/main" id="{526A3DF1-EFC9-4813-B119-8858D1B7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чек</a:t>
            </a:r>
          </a:p>
        </p:txBody>
      </p:sp>
      <p:sp>
        <p:nvSpPr>
          <p:cNvPr id="13" name="bullet-4-mark">
            <a:extLst xmlns:a="http://schemas.openxmlformats.org/drawingml/2006/main">
              <a:ext uri="{FF2B5EF4-FFF2-40B4-BE49-F238E27FC236}">
                <a16:creationId xmlns:a16="http://schemas.microsoft.com/office/drawing/2014/main" id="{128BA8C8-3EA0-4A27-AF15-24436B10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4" name="bullet-4-text">
            <a:extLst xmlns:a="http://schemas.openxmlformats.org/drawingml/2006/main">
              <a:ext uri="{FF2B5EF4-FFF2-40B4-BE49-F238E27FC236}">
                <a16:creationId xmlns:a16="http://schemas.microsoft.com/office/drawing/2014/main" id="{40F2D0CC-D82D-4324-8F5E-39B3A0E1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отказа и следующих шагов</a:t>
            </a:r>
          </a:p>
        </p:txBody>
      </p:sp>
      <p:sp>
        <p:nvSpPr>
          <p:cNvPr id="15" name="bullet-5-mark">
            <a:extLst xmlns:a="http://schemas.openxmlformats.org/drawingml/2006/main">
              <a:ext uri="{FF2B5EF4-FFF2-40B4-BE49-F238E27FC236}">
                <a16:creationId xmlns:a16="http://schemas.microsoft.com/office/drawing/2014/main" id="{1B5DA3D6-09C4-45EC-83A9-0C653878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6" name="bullet-5-text">
            <a:extLst xmlns:a="http://schemas.openxmlformats.org/drawingml/2006/main">
              <a:ext uri="{FF2B5EF4-FFF2-40B4-BE49-F238E27FC236}">
                <a16:creationId xmlns:a16="http://schemas.microsoft.com/office/drawing/2014/main" id="{DA983A33-C398-4762-A332-1143D9CB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помощи</a:t>
            </a:r>
          </a:p>
        </p:txBody>
      </p:sp>
      <p:sp>
        <p:nvSpPr>
          <p:cNvPr id="17" name="bullet-6-mark">
            <a:extLst xmlns:a="http://schemas.openxmlformats.org/drawingml/2006/main">
              <a:ext uri="{FF2B5EF4-FFF2-40B4-BE49-F238E27FC236}">
                <a16:creationId xmlns:a16="http://schemas.microsoft.com/office/drawing/2014/main" id="{F0F62991-05BC-44C6-B1D9-9C44B419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18" name="bullet-6-text">
            <a:extLst xmlns:a="http://schemas.openxmlformats.org/drawingml/2006/main">
              <a:ext uri="{FF2B5EF4-FFF2-40B4-BE49-F238E27FC236}">
                <a16:creationId xmlns:a16="http://schemas.microsoft.com/office/drawing/2014/main" id="{2F3B5D59-4214-423E-8802-4DD0870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уведомление об отзыве</a:t>
            </a:r>
          </a:p>
        </p:txBody>
      </p:sp>
      <p:sp>
        <p:nvSpPr>
          <p:cNvPr id="19" name="bullet-7-mark">
            <a:extLst xmlns:a="http://schemas.openxmlformats.org/drawingml/2006/main">
              <a:ext uri="{FF2B5EF4-FFF2-40B4-BE49-F238E27FC236}">
                <a16:creationId xmlns:a16="http://schemas.microsoft.com/office/drawing/2014/main" id="{B6BEF973-46AE-4A8E-8F42-31B044BE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45B78"/>
                </a:solidFill>
                <a:latin typeface="Noto Sans"/>
                <a:ea typeface="Noto Sans"/>
                <a:cs typeface="Noto Sans"/>
              </a:rPr>
              <a:t>—</a:t>
            </a:r>
          </a:p>
        </p:txBody>
      </p:sp>
      <p:sp>
        <p:nvSpPr>
          <p:cNvPr id="20" name="bullet-7-text">
            <a:extLst xmlns:a="http://schemas.openxmlformats.org/drawingml/2006/main">
              <a:ext uri="{FF2B5EF4-FFF2-40B4-BE49-F238E27FC236}">
                <a16:creationId xmlns:a16="http://schemas.microsoft.com/office/drawing/2014/main" id="{E13728F1-DC8A-4024-9912-5130F9B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служебный badge сотрудника</a:t>
            </a:r>
          </a:p>
        </p:txBody>
      </p:sp>
      <p:sp>
        <p:nvSpPr>
          <p:cNvPr id="21" name="visual-placeholder">
            <a:extLst xmlns:a="http://schemas.openxmlformats.org/drawingml/2006/main">
              <a:ext uri="{FF2B5EF4-FFF2-40B4-BE49-F238E27FC236}">
                <a16:creationId xmlns:a16="http://schemas.microsoft.com/office/drawing/2014/main" id="{2FC44657-AA10-40BB-A31B-3EC29416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62150"/>
            <a:ext cx="56769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2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79649251-CA77-44D3-A309-AD7AF48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PLACEHOLDER</a:t>
            </a:r>
          </a:p>
        </p:txBody>
      </p:sp>
      <p:sp>
        <p:nvSpPr>
          <p:cNvPr id="23" name="placeholder-description">
            <a:extLst xmlns:a="http://schemas.openxmlformats.org/drawingml/2006/main">
              <a:ext uri="{FF2B5EF4-FFF2-40B4-BE49-F238E27FC236}">
                <a16:creationId xmlns:a16="http://schemas.microsoft.com/office/drawing/2014/main" id="{A0220594-444D-47F4-AEF1-3BCC4BB4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47950"/>
            <a:ext cx="5219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Редактируемая раскладка семи печатных носителей</a:t>
            </a:r>
          </a:p>
        </p:txBody>
      </p:sp>
      <p:sp>
        <p:nvSpPr>
          <p:cNvPr id="24" name="placeholder-meta">
            <a:extLst xmlns:a="http://schemas.openxmlformats.org/drawingml/2006/main">
              <a:ext uri="{FF2B5EF4-FFF2-40B4-BE49-F238E27FC236}">
                <a16:creationId xmlns:a16="http://schemas.microsoft.com/office/drawing/2014/main" id="{3D40DCD2-37E3-4D2F-8D1A-9BE3E390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95900"/>
            <a:ext cx="521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3:2 · заменить без lifestyle-кода и product hero</a:t>
            </a:r>
          </a:p>
        </p:txBody>
      </p:sp>
    </p:spTree>
    <p:extLst>
      <p:ext uri="{BB962C8B-B14F-4D97-AF65-F5344CB8AC3E}">
        <p14:creationId xmlns:p14="http://schemas.microsoft.com/office/powerpoint/2010/main" val="461147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122AC9-E6E2-4E29-BA76-E77F86F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A3F396D-B59E-4457-BF41-33277E07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F96E9F-6AA3-4B18-8743-BF81500C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Digital-комплект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2D6AA07-0184-47A9-AB1F-63A73014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0C98DD7-390D-4208-8DFB-1006A6C3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30F61CF-63F4-4532-9BD7-D55A095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19 / 55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440DE7-5A0F-4396-9677-EF2601EA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453962-9849-44C3-992A-574F77B9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24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вход и объяснение системы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A1A6A010-57D8-4B81-971F-3FB55990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57C928-0CF5-4536-A59C-E2441D90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052BEF2-937B-4847-A01C-9FC8B861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карта классов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D6BDB5BA-95A2-47AC-BAE3-F86E671A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9CBCF4-49B5-4DC1-B6FE-562F8A7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F65D35-9172-4CD3-B9CF-6F864EFF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список технических типов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B540AA2D-5F03-4FF3-8414-A5EA6EB9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52F1D1-61FF-48B5-81BE-5587BEC5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9847915-299F-4350-89AB-31140DB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продукта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F0BB2001-520F-4A3D-9F6A-D7D9B32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F17CAFF-594B-4EB8-B7FC-8EDDDF38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94CE2D2-6FF0-428B-B04F-A5ACC93D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сравнение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66A6FC3B-882B-4B1F-B91C-95F80F82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3A99868-7573-47A8-BC5B-D1E378F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0A056DC-93E9-4B5C-BCA3-BD5BF6FC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проверка партии и отзыв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BBD4BE66-8B2E-4984-BE05-4CB3413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6CF0CE0-9F62-4FCB-A769-651CA56D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E9EFC1C-D649-448E-B613-FED18A0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помощь и источники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407F9653-F66C-434E-8DBB-4B858AA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5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visual-placeholder">
            <a:extLst xmlns:a="http://schemas.openxmlformats.org/drawingml/2006/main">
              <a:ext uri="{FF2B5EF4-FFF2-40B4-BE49-F238E27FC236}">
                <a16:creationId xmlns:a16="http://schemas.microsoft.com/office/drawing/2014/main" id="{2B6704DD-05FA-469F-AFFA-26C2735D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2959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9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3F72F080-7CA7-424E-8E36-CD0268E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VISUAL PLACEHOLDER</a:t>
            </a:r>
          </a:p>
        </p:txBody>
      </p:sp>
      <p:sp>
        <p:nvSpPr>
          <p:cNvPr id="30" name="placeholder-description">
            <a:extLst xmlns:a="http://schemas.openxmlformats.org/drawingml/2006/main">
              <a:ext uri="{FF2B5EF4-FFF2-40B4-BE49-F238E27FC236}">
                <a16:creationId xmlns:a16="http://schemas.microsoft.com/office/drawing/2014/main" id="{38266D44-539B-40FB-B77C-8761B84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838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Семь экранов единой информационной последовательности</a:t>
            </a:r>
          </a:p>
        </p:txBody>
      </p:sp>
      <p:sp>
        <p:nvSpPr>
          <p:cNvPr id="31" name="placeholder-meta">
            <a:extLst xmlns:a="http://schemas.openxmlformats.org/drawingml/2006/main">
              <a:ext uri="{FF2B5EF4-FFF2-40B4-BE49-F238E27FC236}">
                <a16:creationId xmlns:a16="http://schemas.microsoft.com/office/drawing/2014/main" id="{E4AC569D-8E35-46B9-80C8-639C199D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16:9 · заменить без lifestyle-кода и product hero</a:t>
            </a:r>
          </a:p>
        </p:txBody>
      </p:sp>
      <p:sp>
        <p:nvSpPr>
          <p:cNvPr id="32" name="service-screen-note">
            <a:extLst xmlns:a="http://schemas.openxmlformats.org/drawingml/2006/main">
              <a:ext uri="{FF2B5EF4-FFF2-40B4-BE49-F238E27FC236}">
                <a16:creationId xmlns:a16="http://schemas.microsoft.com/office/drawing/2014/main" id="{22EAA22C-B3E7-4701-9864-D53C4DED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529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4953493-9807-42C1-811A-FFD58FDE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Дополнительно: служебный экран подтверждения выдачи без рейтинга, маржи и sales prompts.</a:t>
            </a:r>
          </a:p>
        </p:txBody>
      </p:sp>
    </p:spTree>
    <p:extLst>
      <p:ext uri="{BB962C8B-B14F-4D97-AF65-F5344CB8AC3E}">
        <p14:creationId xmlns:p14="http://schemas.microsoft.com/office/powerpoint/2010/main" val="5295813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8BD1309-338E-406B-A6AD-5D5EACA0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B4F71A5-C995-4118-83FE-B55410C1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701B9C-B2C5-487C-B4FD-981C2EBC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Сервисные сценарии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C7FEB1B-14DA-4354-962A-4493B78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18D9DB5-55B2-4638-A065-D7305D07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D45F4F6-9525-41C0-BD57-396766E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20 / 55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05316C-8F70-42E6-8519-E31BA46B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service-1">
            <a:extLst xmlns:a="http://schemas.openxmlformats.org/drawingml/2006/main">
              <a:ext uri="{FF2B5EF4-FFF2-40B4-BE49-F238E27FC236}">
                <a16:creationId xmlns:a16="http://schemas.microsoft.com/office/drawing/2014/main" id="{359A050A-5E79-4482-BFB7-BF7B44CF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только информация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52E6D32-0879-4673-9FAE-6BEFFA44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50F39E-4C1C-48BC-9BDC-5230D19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service-2">
            <a:extLst xmlns:a="http://schemas.openxmlformats.org/drawingml/2006/main">
              <a:ext uri="{FF2B5EF4-FFF2-40B4-BE49-F238E27FC236}">
                <a16:creationId xmlns:a16="http://schemas.microsoft.com/office/drawing/2014/main" id="{53E6AD9A-8984-4108-8CF2-D809E0D3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стандартная выдача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93CEE78-A84C-4783-98DB-677722BC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855723-484A-4297-B227-C723C925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service-3">
            <a:extLst xmlns:a="http://schemas.openxmlformats.org/drawingml/2006/main">
              <a:ext uri="{FF2B5EF4-FFF2-40B4-BE49-F238E27FC236}">
                <a16:creationId xmlns:a16="http://schemas.microsoft.com/office/drawing/2014/main" id="{F7B7A2F1-31C1-49ED-9EA6-A2FA7B57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вопрос о сравнении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500413D-9249-4790-BEB3-2F5798F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BE378C1-810F-44F6-BB85-0FDAFDF5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service-4">
            <a:extLst xmlns:a="http://schemas.openxmlformats.org/drawingml/2006/main">
              <a:ext uri="{FF2B5EF4-FFF2-40B4-BE49-F238E27FC236}">
                <a16:creationId xmlns:a16="http://schemas.microsoft.com/office/drawing/2014/main" id="{D91B8A49-AC20-4CBE-8F52-E76792A2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понятный отказ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883984A4-47F4-4F73-9EA2-1F209492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D6F4E77-57F3-48FA-A5B8-E1CA4E0E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service-5">
            <a:extLst xmlns:a="http://schemas.openxmlformats.org/drawingml/2006/main">
              <a:ext uri="{FF2B5EF4-FFF2-40B4-BE49-F238E27FC236}">
                <a16:creationId xmlns:a16="http://schemas.microsoft.com/office/drawing/2014/main" id="{1F263219-34F0-46A4-81AC-5EB8BE8B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запрос помощи или сообщение о проблеме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C00DF1AF-B5BE-4559-9056-BCB9AA65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rvice-boundary">
            <a:extLst xmlns:a="http://schemas.openxmlformats.org/drawingml/2006/main">
              <a:ext uri="{FF2B5EF4-FFF2-40B4-BE49-F238E27FC236}">
                <a16:creationId xmlns:a16="http://schemas.microsoft.com/office/drawing/2014/main" id="{909EF8DE-7D3D-41BE-9667-04D40C8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C9C7C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F72A21F-B3E7-4A38-A39E-03E3AAA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Сценарии не включают медицинскую импровизацию. Для риска используются утверждённые тестовые фразы-заполнители.</a:t>
            </a:r>
          </a:p>
        </p:txBody>
      </p:sp>
    </p:spTree>
    <p:extLst>
      <p:ext uri="{BB962C8B-B14F-4D97-AF65-F5344CB8AC3E}">
        <p14:creationId xmlns:p14="http://schemas.microsoft.com/office/powerpoint/2010/main" val="18310443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0C19F0-DB94-4714-A32E-B099ABE3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9C0DB0A-8A71-47D8-B818-73FF420F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ECF5C8-6485-41DD-87D0-069D4245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Сенсорные режимы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F65CC91-33E3-4D3F-B1A4-1F3A83E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AE070B0-1429-400E-9B8C-DADDC355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A0F766E-31F3-44C5-9142-9C10733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21 / 55</a:t>
            </a:r>
          </a:p>
        </p:txBody>
      </p:sp>
      <p:sp>
        <p:nvSpPr>
          <p:cNvPr id="7" name="sensory-1">
            <a:extLst xmlns:a="http://schemas.openxmlformats.org/drawingml/2006/main">
              <a:ext uri="{FF2B5EF4-FFF2-40B4-BE49-F238E27FC236}">
                <a16:creationId xmlns:a16="http://schemas.microsoft.com/office/drawing/2014/main" id="{7FFA661E-D83F-417E-8ABF-28C1B611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5306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9A5B0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D797BB-6AD0-4775-9DEE-085EBEA6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11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5B0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9A5B00"/>
                </a:solidFill>
                <a:latin typeface="Menlo"/>
                <a:ea typeface="Menlo"/>
                <a:cs typeface="Menlo"/>
              </a:rPr>
              <a:t>CONTROL 01</a:t>
            </a:r>
          </a:p>
        </p:txBody>
      </p:sp>
      <p:sp>
        <p:nvSpPr>
          <p:cNvPr id="9" name="sensory-1-title">
            <a:extLst xmlns:a="http://schemas.openxmlformats.org/drawingml/2006/main">
              <a:ext uri="{FF2B5EF4-FFF2-40B4-BE49-F238E27FC236}">
                <a16:creationId xmlns:a16="http://schemas.microsoft.com/office/drawing/2014/main" id="{8C5B8192-4A54-454D-A3CF-C571B1D6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311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Коммерческий свет / звук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0CB10C-E959-4F76-80A9-8C3A5071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311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одна и та же архитектура</a:t>
            </a:r>
          </a:p>
        </p:txBody>
      </p:sp>
      <p:sp>
        <p:nvSpPr>
          <p:cNvPr id="11" name="sensory-2">
            <a:extLst xmlns:a="http://schemas.openxmlformats.org/drawingml/2006/main">
              <a:ext uri="{FF2B5EF4-FFF2-40B4-BE49-F238E27FC236}">
                <a16:creationId xmlns:a16="http://schemas.microsoft.com/office/drawing/2014/main" id="{35C424E1-4D31-4DBE-96B6-1DA2C704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057400"/>
            <a:ext cx="35306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9525">
            <a:solidFill>
              <a:srgbClr val="5C5C5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B20D04-7645-4DDA-9895-42A53D20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266950"/>
            <a:ext cx="311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5C58"/>
                </a:solidFill>
                <a:latin typeface="Menlo"/>
                <a:ea typeface="Menlo"/>
                <a:cs typeface="Menlo"/>
              </a:rPr>
              <a:t>CONTROL 02</a:t>
            </a:r>
          </a:p>
        </p:txBody>
      </p:sp>
      <p:sp>
        <p:nvSpPr>
          <p:cNvPr id="13" name="sensory-2-title">
            <a:extLst xmlns:a="http://schemas.openxmlformats.org/drawingml/2006/main">
              <a:ext uri="{FF2B5EF4-FFF2-40B4-BE49-F238E27FC236}">
                <a16:creationId xmlns:a16="http://schemas.microsoft.com/office/drawing/2014/main" id="{F3380C11-81A7-46A0-839F-459DD15C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876550"/>
            <a:ext cx="311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Враждебная plain-среда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895B559-8F39-403F-A0F9-20158CB0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152900"/>
            <a:ext cx="311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одна и та же архитектура</a:t>
            </a:r>
          </a:p>
        </p:txBody>
      </p:sp>
      <p:sp>
        <p:nvSpPr>
          <p:cNvPr id="15" name="sensory-3">
            <a:extLst xmlns:a="http://schemas.openxmlformats.org/drawingml/2006/main">
              <a:ext uri="{FF2B5EF4-FFF2-40B4-BE49-F238E27FC236}">
                <a16:creationId xmlns:a16="http://schemas.microsoft.com/office/drawing/2014/main" id="{24DD16F2-56B0-48DF-88A1-BFBCE85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057400"/>
            <a:ext cx="35306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A"/>
          </a:solidFill>
          <a:ln xmlns:a="http://schemas.openxmlformats.org/drawingml/2006/main" w="28575">
            <a:solidFill>
              <a:srgbClr val="245B7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32A7FEE-3E89-422D-A4CA-F6D00C5D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266950"/>
            <a:ext cx="311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PROTOTYPE</a:t>
            </a:r>
          </a:p>
        </p:txBody>
      </p:sp>
      <p:sp>
        <p:nvSpPr>
          <p:cNvPr id="17" name="sensory-3-title">
            <a:extLst xmlns:a="http://schemas.openxmlformats.org/drawingml/2006/main">
              <a:ext uri="{FF2B5EF4-FFF2-40B4-BE49-F238E27FC236}">
                <a16:creationId xmlns:a16="http://schemas.microsoft.com/office/drawing/2014/main" id="{6E9E6AC5-F214-40E1-BCAB-947AA0A3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876550"/>
            <a:ext cx="311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Responsible Control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52CDB84-CEA2-4BE2-9EFC-A4989E65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152900"/>
            <a:ext cx="311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одна и та же архитектура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DAE5176-2C5E-4650-B567-C20BD06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Сравнение проводится в одном пространстве, чтобы не смешивать эффект архитектуры и декора.</a:t>
            </a:r>
          </a:p>
        </p:txBody>
      </p:sp>
    </p:spTree>
    <p:extLst>
      <p:ext uri="{BB962C8B-B14F-4D97-AF65-F5344CB8AC3E}">
        <p14:creationId xmlns:p14="http://schemas.microsoft.com/office/powerpoint/2010/main" val="17684700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B06CDAA-60E5-4ED4-B577-279B3EA0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1C6E747-457F-4B3E-9DCF-41886A0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B9F2F7-54DA-493F-85B0-312AE31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Что намеренно не делаем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8FAB7CA-5781-4D5D-AAF8-4D241592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B9A3C84-C1CF-4B61-A6F5-561CD2B5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7652603-9C1D-4EEF-A98E-8D2D083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22 / 55</a:t>
            </a:r>
          </a:p>
        </p:txBody>
      </p:sp>
      <p:sp>
        <p:nvSpPr>
          <p:cNvPr id="7" name="scope-1-mark">
            <a:extLst xmlns:a="http://schemas.openxmlformats.org/drawingml/2006/main">
              <a:ext uri="{FF2B5EF4-FFF2-40B4-BE49-F238E27FC236}">
                <a16:creationId xmlns:a16="http://schemas.microsoft.com/office/drawing/2014/main" id="{AA5985EF-7D19-4B97-A1C1-2DDF2C37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8" name="scope-1">
            <a:extLst xmlns:a="http://schemas.openxmlformats.org/drawingml/2006/main">
              <a:ext uri="{FF2B5EF4-FFF2-40B4-BE49-F238E27FC236}">
                <a16:creationId xmlns:a16="http://schemas.microsoft.com/office/drawing/2014/main" id="{740B6529-0B18-4B72-BC04-2648513E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финальное имя и логотип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DA21BA58-3EB4-4E1D-9968-ECC6CCF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ope-2-mark">
            <a:extLst xmlns:a="http://schemas.openxmlformats.org/drawingml/2006/main">
              <a:ext uri="{FF2B5EF4-FFF2-40B4-BE49-F238E27FC236}">
                <a16:creationId xmlns:a16="http://schemas.microsoft.com/office/drawing/2014/main" id="{2D6136B8-838E-4C5F-B2EE-AD87FCA4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11" name="scope-2">
            <a:extLst xmlns:a="http://schemas.openxmlformats.org/drawingml/2006/main">
              <a:ext uri="{FF2B5EF4-FFF2-40B4-BE49-F238E27FC236}">
                <a16:creationId xmlns:a16="http://schemas.microsoft.com/office/drawing/2014/main" id="{D33E3721-1B91-41D5-8D7A-F5C1A474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все вещества и все формы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D0FDF32-BD16-459B-AF01-0054521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ope-3-mark">
            <a:extLst xmlns:a="http://schemas.openxmlformats.org/drawingml/2006/main">
              <a:ext uri="{FF2B5EF4-FFF2-40B4-BE49-F238E27FC236}">
                <a16:creationId xmlns:a16="http://schemas.microsoft.com/office/drawing/2014/main" id="{4983535B-AD7E-4332-9ACD-29BEF6A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14" name="scope-3">
            <a:extLst xmlns:a="http://schemas.openxmlformats.org/drawingml/2006/main">
              <a:ext uri="{FF2B5EF4-FFF2-40B4-BE49-F238E27FC236}">
                <a16:creationId xmlns:a16="http://schemas.microsoft.com/office/drawing/2014/main" id="{142CA195-D9C4-4EE5-9249-C123724C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реальные рекомендации или дозовые пороги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98A3BE1-7D24-427B-BF32-75B10BC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ope-4-mark">
            <a:extLst xmlns:a="http://schemas.openxmlformats.org/drawingml/2006/main">
              <a:ext uri="{FF2B5EF4-FFF2-40B4-BE49-F238E27FC236}">
                <a16:creationId xmlns:a16="http://schemas.microsoft.com/office/drawing/2014/main" id="{2D599DA1-C399-4CB2-8299-EC1F3493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17" name="scope-4">
            <a:extLst xmlns:a="http://schemas.openxmlformats.org/drawingml/2006/main">
              <a:ext uri="{FF2B5EF4-FFF2-40B4-BE49-F238E27FC236}">
                <a16:creationId xmlns:a16="http://schemas.microsoft.com/office/drawing/2014/main" id="{BD94C811-2BAD-4B83-BACD-32C4180B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e-commerce и доставка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5697BC21-2F37-4559-9ADC-C69C1A3B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ope-5-mark">
            <a:extLst xmlns:a="http://schemas.openxmlformats.org/drawingml/2006/main">
              <a:ext uri="{FF2B5EF4-FFF2-40B4-BE49-F238E27FC236}">
                <a16:creationId xmlns:a16="http://schemas.microsoft.com/office/drawing/2014/main" id="{44DE7106-2868-4B86-80B8-CEE64150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20" name="scope-5">
            <a:extLst xmlns:a="http://schemas.openxmlformats.org/drawingml/2006/main">
              <a:ext uri="{FF2B5EF4-FFF2-40B4-BE49-F238E27FC236}">
                <a16:creationId xmlns:a16="http://schemas.microsoft.com/office/drawing/2014/main" id="{3DFF849A-150F-4EC7-9A13-EC174B30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loyalty, social content и кампания запуска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43F8AF00-549A-47B6-BBE5-B92B6F08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ope-6-mark">
            <a:extLst xmlns:a="http://schemas.openxmlformats.org/drawingml/2006/main">
              <a:ext uri="{FF2B5EF4-FFF2-40B4-BE49-F238E27FC236}">
                <a16:creationId xmlns:a16="http://schemas.microsoft.com/office/drawing/2014/main" id="{51EB2662-8812-4581-9B40-28C09FFF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23" name="scope-6">
            <a:extLst xmlns:a="http://schemas.openxmlformats.org/drawingml/2006/main">
              <a:ext uri="{FF2B5EF4-FFF2-40B4-BE49-F238E27FC236}">
                <a16:creationId xmlns:a16="http://schemas.microsoft.com/office/drawing/2014/main" id="{51A25B36-7AEB-4A2A-9271-5F9145EB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controlled-consumption room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9F98ACCF-6D59-4A3A-810C-DD5732F2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ope-7-mark">
            <a:extLst xmlns:a="http://schemas.openxmlformats.org/drawingml/2006/main">
              <a:ext uri="{FF2B5EF4-FFF2-40B4-BE49-F238E27FC236}">
                <a16:creationId xmlns:a16="http://schemas.microsoft.com/office/drawing/2014/main" id="{6C349DE3-8A15-4978-9BB4-B233EFA7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26" name="scope-7">
            <a:extLst xmlns:a="http://schemas.openxmlformats.org/drawingml/2006/main">
              <a:ext uri="{FF2B5EF4-FFF2-40B4-BE49-F238E27FC236}">
                <a16:creationId xmlns:a16="http://schemas.microsoft.com/office/drawing/2014/main" id="{4FD531E4-C293-4745-8983-6B23769E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производственная инженерная документация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9D9E67DD-B3FF-4B4E-81B4-5AA6CD2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958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ope-8-mark">
            <a:extLst xmlns:a="http://schemas.openxmlformats.org/drawingml/2006/main">
              <a:ext uri="{FF2B5EF4-FFF2-40B4-BE49-F238E27FC236}">
                <a16:creationId xmlns:a16="http://schemas.microsoft.com/office/drawing/2014/main" id="{C307DA42-BB37-4F3E-8D0F-1F93B2FD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B42318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sp>
        <p:nvSpPr>
          <p:cNvPr id="29" name="scope-8">
            <a:extLst xmlns:a="http://schemas.openxmlformats.org/drawingml/2006/main">
              <a:ext uri="{FF2B5EF4-FFF2-40B4-BE49-F238E27FC236}">
                <a16:creationId xmlns:a16="http://schemas.microsoft.com/office/drawing/2014/main" id="{E9E528D9-B83A-4956-8DDF-D8D9EE26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утверждение, что отсутствие музыки уже доказано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B8D289D3-9EF9-4824-A3D7-E049E45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2925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45626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6D80E31-3704-44FE-B4A1-795BFBC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E9532D9-A5F1-4102-B87C-BEBBB117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FFA08-ABFD-47D3-9E24-CDCA36A4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Definition of Done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E9FDD26-14E5-4126-943B-27F81D4D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8073A5C-E0AC-4B5A-A5F9-5241AF82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79195C9-2686-4D93-9539-D80AEC1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23 / 55</a:t>
            </a:r>
          </a:p>
        </p:txBody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454F8D5A-3B17-4181-98CD-40247B97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8" name="check-1-text">
            <a:extLst xmlns:a="http://schemas.openxmlformats.org/drawingml/2006/main">
              <a:ext uri="{FF2B5EF4-FFF2-40B4-BE49-F238E27FC236}">
                <a16:creationId xmlns:a16="http://schemas.microsoft.com/office/drawing/2014/main" id="{9F4AEEEE-6CFF-4650-ACE6-3845E143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Все носители используют одну последовательность данных.</a:t>
            </a:r>
          </a:p>
        </p:txBody>
      </p:sp>
      <p:sp>
        <p:nvSpPr>
          <p:cNvPr id="9" name="check-2">
            <a:extLst xmlns:a="http://schemas.openxmlformats.org/drawingml/2006/main">
              <a:ext uri="{FF2B5EF4-FFF2-40B4-BE49-F238E27FC236}">
                <a16:creationId xmlns:a16="http://schemas.microsoft.com/office/drawing/2014/main" id="{FF6B7E1A-4B04-4F81-B585-6E90FC14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10" name="check-2-text">
            <a:extLst xmlns:a="http://schemas.openxmlformats.org/drawingml/2006/main">
              <a:ext uri="{FF2B5EF4-FFF2-40B4-BE49-F238E27FC236}">
                <a16:creationId xmlns:a16="http://schemas.microsoft.com/office/drawing/2014/main" id="{CA68318D-F40E-4981-AF6D-BAB74AD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Ни один продукт не имеет эмоционального имени или особой презентации.</a:t>
            </a:r>
          </a:p>
        </p:txBody>
      </p:sp>
      <p:sp>
        <p:nvSpPr>
          <p:cNvPr id="11" name="check-3">
            <a:extLst xmlns:a="http://schemas.openxmlformats.org/drawingml/2006/main">
              <a:ext uri="{FF2B5EF4-FFF2-40B4-BE49-F238E27FC236}">
                <a16:creationId xmlns:a16="http://schemas.microsoft.com/office/drawing/2014/main" id="{D7C7F43E-8D73-417C-8186-84E943B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12" name="check-3-text">
            <a:extLst xmlns:a="http://schemas.openxmlformats.org/drawingml/2006/main">
              <a:ext uri="{FF2B5EF4-FFF2-40B4-BE49-F238E27FC236}">
                <a16:creationId xmlns:a16="http://schemas.microsoft.com/office/drawing/2014/main" id="{53812A52-C7B4-431D-A6C1-15823613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Критический факт находится без QR.</a:t>
            </a:r>
          </a:p>
        </p:txBody>
      </p:sp>
      <p:sp>
        <p:nvSpPr>
          <p:cNvPr id="13" name="check-4">
            <a:extLst xmlns:a="http://schemas.openxmlformats.org/drawingml/2006/main">
              <a:ext uri="{FF2B5EF4-FFF2-40B4-BE49-F238E27FC236}">
                <a16:creationId xmlns:a16="http://schemas.microsoft.com/office/drawing/2014/main" id="{0A43366A-0983-4EA9-AAB3-89D5AB6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14" name="check-4-text">
            <a:extLst xmlns:a="http://schemas.openxmlformats.org/drawingml/2006/main">
              <a:ext uri="{FF2B5EF4-FFF2-40B4-BE49-F238E27FC236}">
                <a16:creationId xmlns:a16="http://schemas.microsoft.com/office/drawing/2014/main" id="{82AAEB51-0771-452E-8695-4C7B893E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Информация и помощь доступны без транзакции.</a:t>
            </a:r>
          </a:p>
        </p:txBody>
      </p:sp>
      <p:sp>
        <p:nvSpPr>
          <p:cNvPr id="15" name="check-5">
            <a:extLst xmlns:a="http://schemas.openxmlformats.org/drawingml/2006/main">
              <a:ext uri="{FF2B5EF4-FFF2-40B4-BE49-F238E27FC236}">
                <a16:creationId xmlns:a16="http://schemas.microsoft.com/office/drawing/2014/main" id="{DE14434D-51ED-4936-91AB-82C9A5FF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16" name="check-5-text">
            <a:extLst xmlns:a="http://schemas.openxmlformats.org/drawingml/2006/main">
              <a:ext uri="{FF2B5EF4-FFF2-40B4-BE49-F238E27FC236}">
                <a16:creationId xmlns:a16="http://schemas.microsoft.com/office/drawing/2014/main" id="{8279ADA5-8983-4A87-8AF7-1FC639F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Сотрудник выдаёт, отказывает и завершает разговор без sales-языка.</a:t>
            </a:r>
          </a:p>
        </p:txBody>
      </p:sp>
      <p:sp>
        <p:nvSpPr>
          <p:cNvPr id="17" name="check-6">
            <a:extLst xmlns:a="http://schemas.openxmlformats.org/drawingml/2006/main">
              <a:ext uri="{FF2B5EF4-FFF2-40B4-BE49-F238E27FC236}">
                <a16:creationId xmlns:a16="http://schemas.microsoft.com/office/drawing/2014/main" id="{E3EB2D81-4727-427A-9B83-8054E29D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145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18" name="check-6-text">
            <a:extLst xmlns:a="http://schemas.openxmlformats.org/drawingml/2006/main">
              <a:ext uri="{FF2B5EF4-FFF2-40B4-BE49-F238E27FC236}">
                <a16:creationId xmlns:a16="http://schemas.microsoft.com/office/drawing/2014/main" id="{C40D49DF-E552-4CEC-82CE-C057EAA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59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Свет, звук и материал описаны измеримыми гипотезами.</a:t>
            </a:r>
          </a:p>
        </p:txBody>
      </p:sp>
      <p:sp>
        <p:nvSpPr>
          <p:cNvPr id="19" name="check-7">
            <a:extLst xmlns:a="http://schemas.openxmlformats.org/drawingml/2006/main">
              <a:ext uri="{FF2B5EF4-FFF2-40B4-BE49-F238E27FC236}">
                <a16:creationId xmlns:a16="http://schemas.microsoft.com/office/drawing/2014/main" id="{2CA985DB-774B-4B08-A4E6-F9E5397A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527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20" name="check-7-text">
            <a:extLst xmlns:a="http://schemas.openxmlformats.org/drawingml/2006/main">
              <a:ext uri="{FF2B5EF4-FFF2-40B4-BE49-F238E27FC236}">
                <a16:creationId xmlns:a16="http://schemas.microsoft.com/office/drawing/2014/main" id="{0460C4E5-CB44-4794-A40D-3D4BCD45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Упаковка, пространство и digital прошли Anti-Brand Test.</a:t>
            </a:r>
          </a:p>
        </p:txBody>
      </p:sp>
      <p:sp>
        <p:nvSpPr>
          <p:cNvPr id="21" name="check-8">
            <a:extLst xmlns:a="http://schemas.openxmlformats.org/drawingml/2006/main">
              <a:ext uri="{FF2B5EF4-FFF2-40B4-BE49-F238E27FC236}">
                <a16:creationId xmlns:a16="http://schemas.microsoft.com/office/drawing/2014/main" id="{ABAAEE92-6306-4695-A052-CA8CB86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22" name="check-8-text">
            <a:extLst xmlns:a="http://schemas.openxmlformats.org/drawingml/2006/main">
              <a:ext uri="{FF2B5EF4-FFF2-40B4-BE49-F238E27FC236}">
                <a16:creationId xmlns:a16="http://schemas.microsoft.com/office/drawing/2014/main" id="{5C81E602-4939-445B-834E-60FDFD1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Проведено сравнительное тестирование.</a:t>
            </a:r>
          </a:p>
        </p:txBody>
      </p:sp>
      <p:sp>
        <p:nvSpPr>
          <p:cNvPr id="23" name="check-9">
            <a:extLst xmlns:a="http://schemas.openxmlformats.org/drawingml/2006/main">
              <a:ext uri="{FF2B5EF4-FFF2-40B4-BE49-F238E27FC236}">
                <a16:creationId xmlns:a16="http://schemas.microsoft.com/office/drawing/2014/main" id="{B5EEB555-F8C7-4EAE-B4EF-4F7FB71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24" name="check-9-text">
            <a:extLst xmlns:a="http://schemas.openxmlformats.org/drawingml/2006/main">
              <a:ext uri="{FF2B5EF4-FFF2-40B4-BE49-F238E27FC236}">
                <a16:creationId xmlns:a16="http://schemas.microsoft.com/office/drawing/2014/main" id="{C79622C7-3D36-46AA-99CF-5D06E7E6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Нерешённые вопросы перенесены в Open Decisions.</a:t>
            </a:r>
          </a:p>
        </p:txBody>
      </p:sp>
      <p:sp>
        <p:nvSpPr>
          <p:cNvPr id="25" name="check-10">
            <a:extLst xmlns:a="http://schemas.openxmlformats.org/drawingml/2006/main">
              <a:ext uri="{FF2B5EF4-FFF2-40B4-BE49-F238E27FC236}">
                <a16:creationId xmlns:a16="http://schemas.microsoft.com/office/drawing/2014/main" id="{7C78FB4E-55AD-492F-A3E6-EF73C6C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673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B78"/>
            </a:solidFill>
            <a:prstDash val="solid"/>
          </a:ln>
        </p:spPr>
      </p:sp>
      <p:sp>
        <p:nvSpPr>
          <p:cNvPr id="26" name="check-10-text">
            <a:extLst xmlns:a="http://schemas.openxmlformats.org/drawingml/2006/main">
              <a:ext uri="{FF2B5EF4-FFF2-40B4-BE49-F238E27FC236}">
                <a16:creationId xmlns:a16="http://schemas.microsoft.com/office/drawing/2014/main" id="{CE119442-26EA-4385-898B-F5788ADC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Версия и владельцы решений зафиксированы.</a:t>
            </a:r>
          </a:p>
        </p:txBody>
      </p:sp>
    </p:spTree>
    <p:extLst>
      <p:ext uri="{BB962C8B-B14F-4D97-AF65-F5344CB8AC3E}">
        <p14:creationId xmlns:p14="http://schemas.microsoft.com/office/powerpoint/2010/main" val="12462134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8158F46-9E9F-4C32-B706-E82CCDC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MVP PROTOTYPE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5B632B5-44FC-4411-B397-E93FBD87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6DC9E5-4980-4FE1-BBCB-15015EEB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Итог MVP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0BA74DB-2301-49CB-ACB8-15ED6FED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B29E29F-D9E2-404C-B6E7-D01C20DF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9E5C3E0-93E2-4E82-B165-221F0AC3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24 / 55</a:t>
            </a:r>
          </a:p>
        </p:txBody>
      </p:sp>
      <p:sp>
        <p:nvSpPr>
          <p:cNvPr id="7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843EFDFD-CC22-42C8-A45D-6CB4E614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8816D454-3A65-4A88-87A4-64246B71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885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Один связный прототип и короткий standards manual.</a:t>
            </a:r>
          </a:p>
        </p:txBody>
      </p:sp>
      <p:sp>
        <p:nvSpPr>
          <p:cNvPr id="9" name="closing-lead">
            <a:extLst xmlns:a="http://schemas.openxmlformats.org/drawingml/2006/main">
              <a:ext uri="{FF2B5EF4-FFF2-40B4-BE49-F238E27FC236}">
                <a16:creationId xmlns:a16="http://schemas.microsoft.com/office/drawing/2014/main" id="{AB7FECC2-6EBA-460C-82CD-3D1C565A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Достаточные, чтобы решить: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8DBE63-05AF-4DA1-B4B3-2FF5E37E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1" name="decision-1">
            <a:extLst xmlns:a="http://schemas.openxmlformats.org/drawingml/2006/main">
              <a:ext uri="{FF2B5EF4-FFF2-40B4-BE49-F238E27FC236}">
                <a16:creationId xmlns:a16="http://schemas.microsoft.com/office/drawing/2014/main" id="{20BE46D7-550C-40E0-8E90-8EB1DFD3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243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продолжать ли систему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9512C8-B8F5-45A6-A767-4C399B84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decision-2">
            <a:extLst xmlns:a="http://schemas.openxmlformats.org/drawingml/2006/main">
              <a:ext uri="{FF2B5EF4-FFF2-40B4-BE49-F238E27FC236}">
                <a16:creationId xmlns:a16="http://schemas.microsoft.com/office/drawing/2014/main" id="{4066C4BE-F91B-41E3-9603-2CA8F636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148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какие правила выдержали проверку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39892B-E3B8-43D8-91F3-0292F29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decision-3">
            <a:extLst xmlns:a="http://schemas.openxmlformats.org/drawingml/2006/main">
              <a:ext uri="{FF2B5EF4-FFF2-40B4-BE49-F238E27FC236}">
                <a16:creationId xmlns:a16="http://schemas.microsoft.com/office/drawing/2014/main" id="{A7A8D78B-B3F0-4744-96E0-D52F3907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какие требуют отдельной клинической, правовой или дизайнерской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11902789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245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855ACEB-5D14-4812-9796-1EBF4DE1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VISUAL BRIEF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433B2B1-D2B1-4C68-AA91-AB3291A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Solution frames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1E6D3C2A-F670-4ED8-96A6-A6DC0B1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Функция, носитель и обязательный ракурс заданы. Визуальное решение остаётся открытым.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B30F199-A87B-4319-9CE6-1505B97B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800559F-7419-46FF-805A-3F4977C1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80F1957-D47F-41F8-97D7-32F8DFD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25 / 55</a:t>
            </a:r>
          </a:p>
        </p:txBody>
      </p:sp>
    </p:spTree>
    <p:extLst>
      <p:ext uri="{BB962C8B-B14F-4D97-AF65-F5344CB8AC3E}">
        <p14:creationId xmlns:p14="http://schemas.microsoft.com/office/powerpoint/2010/main" val="1243686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D0490FC-B636-4F14-8CD5-8A54FB7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PACKAGING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0AB6711-D8FE-4E86-B9EB-9BB9C749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814B49-6556-46BA-B03C-0D84810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Форма различает семейства без статуса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54C7434-CFBA-41B6-8995-40FE549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D074B00F-A0AF-42D7-8D5D-D425AB87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D9B089B-7D47-4AB3-A695-55BF0FEA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26 / 55</a:t>
            </a:r>
          </a:p>
        </p:txBody>
      </p:sp>
      <p:sp>
        <p:nvSpPr>
          <p:cNvPr id="7" name="shot-26a">
            <a:extLst xmlns:a="http://schemas.openxmlformats.org/drawingml/2006/main">
              <a:ext uri="{FF2B5EF4-FFF2-40B4-BE49-F238E27FC236}">
                <a16:creationId xmlns:a16="http://schemas.microsoft.com/office/drawing/2014/main" id="{C60E07E6-9CF8-42F9-B4DA-2A06AD1F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26a-label">
            <a:extLst xmlns:a="http://schemas.openxmlformats.org/drawingml/2006/main">
              <a:ext uri="{FF2B5EF4-FFF2-40B4-BE49-F238E27FC236}">
                <a16:creationId xmlns:a16="http://schemas.microsoft.com/office/drawing/2014/main" id="{4CBAA7F7-68D6-4E7E-A0E5-44DE5A92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FAMILY A · FRONT</a:t>
            </a:r>
          </a:p>
        </p:txBody>
      </p:sp>
      <p:sp>
        <p:nvSpPr>
          <p:cNvPr id="9" name="shot-26a-brief">
            <a:extLst xmlns:a="http://schemas.openxmlformats.org/drawingml/2006/main">
              <a:ext uri="{FF2B5EF4-FFF2-40B4-BE49-F238E27FC236}">
                <a16:creationId xmlns:a16="http://schemas.microsoft.com/office/drawing/2014/main" id="{5C7A575F-48C7-4AFE-8078-945F42C9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Жидкость</a:t>
            </a:r>
          </a:p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условная форма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A1C34FE-9E9D-4022-AECA-18F93D02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26a-spec">
            <a:extLst xmlns:a="http://schemas.openxmlformats.org/drawingml/2006/main">
              <a:ext uri="{FF2B5EF4-FFF2-40B4-BE49-F238E27FC236}">
                <a16:creationId xmlns:a16="http://schemas.microsoft.com/office/drawing/2014/main" id="{FA6ABA55-923A-45F0-B605-32623301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90° · без перспективы · единый масштаб</a:t>
            </a:r>
          </a:p>
        </p:txBody>
      </p:sp>
      <p:sp>
        <p:nvSpPr>
          <p:cNvPr id="12" name="shot-26a-purpose">
            <a:extLst xmlns:a="http://schemas.openxmlformats.org/drawingml/2006/main">
              <a:ext uri="{FF2B5EF4-FFF2-40B4-BE49-F238E27FC236}">
                <a16:creationId xmlns:a16="http://schemas.microsoft.com/office/drawing/2014/main" id="{24E6A291-BDD9-4191-AACB-2EC8A3BB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силуэт и площадь информации</a:t>
            </a:r>
          </a:p>
        </p:txBody>
      </p:sp>
      <p:sp>
        <p:nvSpPr>
          <p:cNvPr id="13" name="shot-26b">
            <a:extLst xmlns:a="http://schemas.openxmlformats.org/drawingml/2006/main">
              <a:ext uri="{FF2B5EF4-FFF2-40B4-BE49-F238E27FC236}">
                <a16:creationId xmlns:a16="http://schemas.microsoft.com/office/drawing/2014/main" id="{D4724145-B60D-4C50-B145-B700667B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26b-label">
            <a:extLst xmlns:a="http://schemas.openxmlformats.org/drawingml/2006/main">
              <a:ext uri="{FF2B5EF4-FFF2-40B4-BE49-F238E27FC236}">
                <a16:creationId xmlns:a16="http://schemas.microsoft.com/office/drawing/2014/main" id="{D1D8972C-0F34-4590-8F56-8A889AE7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FAMILY B · FRONT</a:t>
            </a:r>
          </a:p>
        </p:txBody>
      </p:sp>
      <p:sp>
        <p:nvSpPr>
          <p:cNvPr id="15" name="shot-26b-brief">
            <a:extLst xmlns:a="http://schemas.openxmlformats.org/drawingml/2006/main">
              <a:ext uri="{FF2B5EF4-FFF2-40B4-BE49-F238E27FC236}">
                <a16:creationId xmlns:a16="http://schemas.microsoft.com/office/drawing/2014/main" id="{C39685D0-9BA4-4078-B695-76785D7F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Набор единиц</a:t>
            </a:r>
          </a:p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условная пачка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546F3C5-5515-460D-92D6-ED61AE49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26b-spec">
            <a:extLst xmlns:a="http://schemas.openxmlformats.org/drawingml/2006/main">
              <a:ext uri="{FF2B5EF4-FFF2-40B4-BE49-F238E27FC236}">
                <a16:creationId xmlns:a16="http://schemas.microsoft.com/office/drawing/2014/main" id="{21D21EE6-0808-4096-B62F-D590EFF0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90° · без перспективы · единый масштаб</a:t>
            </a:r>
          </a:p>
        </p:txBody>
      </p:sp>
      <p:sp>
        <p:nvSpPr>
          <p:cNvPr id="18" name="shot-26b-purpose">
            <a:extLst xmlns:a="http://schemas.openxmlformats.org/drawingml/2006/main">
              <a:ext uri="{FF2B5EF4-FFF2-40B4-BE49-F238E27FC236}">
                <a16:creationId xmlns:a16="http://schemas.microsoft.com/office/drawing/2014/main" id="{50757630-289B-445F-B663-5A264EC9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силуэт и площадь информации</a:t>
            </a:r>
          </a:p>
        </p:txBody>
      </p:sp>
      <p:sp>
        <p:nvSpPr>
          <p:cNvPr id="19" name="shot-26c">
            <a:extLst xmlns:a="http://schemas.openxmlformats.org/drawingml/2006/main">
              <a:ext uri="{FF2B5EF4-FFF2-40B4-BE49-F238E27FC236}">
                <a16:creationId xmlns:a16="http://schemas.microsoft.com/office/drawing/2014/main" id="{13FA9A0A-1610-4D62-9F97-3F891900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26c-label">
            <a:extLst xmlns:a="http://schemas.openxmlformats.org/drawingml/2006/main">
              <a:ext uri="{FF2B5EF4-FFF2-40B4-BE49-F238E27FC236}">
                <a16:creationId xmlns:a16="http://schemas.microsoft.com/office/drawing/2014/main" id="{B9E3BE15-A075-4D34-8B59-C4ADB1B2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FAMILY C · FRONT</a:t>
            </a:r>
          </a:p>
        </p:txBody>
      </p:sp>
      <p:sp>
        <p:nvSpPr>
          <p:cNvPr id="21" name="shot-26c-brief">
            <a:extLst xmlns:a="http://schemas.openxmlformats.org/drawingml/2006/main">
              <a:ext uri="{FF2B5EF4-FFF2-40B4-BE49-F238E27FC236}">
                <a16:creationId xmlns:a16="http://schemas.microsoft.com/office/drawing/2014/main" id="{EA5F8B96-AECA-4FFD-9D44-9B57BC06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Контролируемая</a:t>
            </a:r>
          </a:p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единица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AADF0268-493E-48D5-A511-3A13F7D1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26c-spec">
            <a:extLst xmlns:a="http://schemas.openxmlformats.org/drawingml/2006/main">
              <a:ext uri="{FF2B5EF4-FFF2-40B4-BE49-F238E27FC236}">
                <a16:creationId xmlns:a16="http://schemas.microsoft.com/office/drawing/2014/main" id="{2EE497FD-4E2B-490C-813F-0D8AC884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90° · без перспективы · единый масштаб</a:t>
            </a:r>
          </a:p>
        </p:txBody>
      </p:sp>
      <p:sp>
        <p:nvSpPr>
          <p:cNvPr id="24" name="shot-26c-purpose">
            <a:extLst xmlns:a="http://schemas.openxmlformats.org/drawingml/2006/main">
              <a:ext uri="{FF2B5EF4-FFF2-40B4-BE49-F238E27FC236}">
                <a16:creationId xmlns:a16="http://schemas.microsoft.com/office/drawing/2014/main" id="{CFA43EB4-2DB2-41F6-8CAF-49894980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силуэт и площадь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9422123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759EAB9-37F8-49A7-A4F0-1B2C855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PACKAGING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693D44A-9292-48A2-BB82-58A43F2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00C465-4831-4673-98AE-85B20B1D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Для жидкости обязательны три вида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7368C93-E5BE-4C45-BA05-BE06B15F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3C78B2F-7ABC-44DC-AE36-318F236A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AAA4D31-917E-4179-8091-ABD30F9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27 / 55</a:t>
            </a:r>
          </a:p>
        </p:txBody>
      </p:sp>
      <p:sp>
        <p:nvSpPr>
          <p:cNvPr id="7" name="shot-27a">
            <a:extLst xmlns:a="http://schemas.openxmlformats.org/drawingml/2006/main">
              <a:ext uri="{FF2B5EF4-FFF2-40B4-BE49-F238E27FC236}">
                <a16:creationId xmlns:a16="http://schemas.microsoft.com/office/drawing/2014/main" id="{72A06050-7DE8-4C5F-9B22-6654DC0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5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27a-label">
            <a:extLst xmlns:a="http://schemas.openxmlformats.org/drawingml/2006/main">
              <a:ext uri="{FF2B5EF4-FFF2-40B4-BE49-F238E27FC236}">
                <a16:creationId xmlns:a16="http://schemas.microsoft.com/office/drawing/2014/main" id="{0CB158C2-DB96-4851-BC40-D4BE087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VIEW 01 · FRONT</a:t>
            </a:r>
          </a:p>
        </p:txBody>
      </p:sp>
      <p:sp>
        <p:nvSpPr>
          <p:cNvPr id="9" name="shot-27a-brief">
            <a:extLst xmlns:a="http://schemas.openxmlformats.org/drawingml/2006/main">
              <a:ext uri="{FF2B5EF4-FFF2-40B4-BE49-F238E27FC236}">
                <a16:creationId xmlns:a16="http://schemas.microsoft.com/office/drawing/2014/main" id="{3F85F9CB-1627-4FE1-AD7E-649E5A14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6534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Жидкая форма</a:t>
            </a:r>
          </a:p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лицевая сторона целиком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621969B-D124-4F53-A2E3-B54D700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27a-spec">
            <a:extLst xmlns:a="http://schemas.openxmlformats.org/drawingml/2006/main">
              <a:ext uri="{FF2B5EF4-FFF2-40B4-BE49-F238E27FC236}">
                <a16:creationId xmlns:a16="http://schemas.microsoft.com/office/drawing/2014/main" id="{7AB4E300-47E8-4183-B273-BB21CAA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камера 90° · ось по центру · нейтральный фон</a:t>
            </a:r>
          </a:p>
        </p:txBody>
      </p:sp>
      <p:sp>
        <p:nvSpPr>
          <p:cNvPr id="12" name="shot-27a-purpose">
            <a:extLst xmlns:a="http://schemas.openxmlformats.org/drawingml/2006/main">
              <a:ext uri="{FF2B5EF4-FFF2-40B4-BE49-F238E27FC236}">
                <a16:creationId xmlns:a16="http://schemas.microsoft.com/office/drawing/2014/main" id="{CF6325D4-A41E-466A-AF05-D1CDE58B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порядок данных и размер риска</a:t>
            </a:r>
          </a:p>
        </p:txBody>
      </p:sp>
      <p:sp>
        <p:nvSpPr>
          <p:cNvPr id="13" name="shot-27b">
            <a:extLst xmlns:a="http://schemas.openxmlformats.org/drawingml/2006/main">
              <a:ext uri="{FF2B5EF4-FFF2-40B4-BE49-F238E27FC236}">
                <a16:creationId xmlns:a16="http://schemas.microsoft.com/office/drawing/2014/main" id="{F7FF3D26-8E62-4B15-9E26-96A81BA1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27b-label">
            <a:extLst xmlns:a="http://schemas.openxmlformats.org/drawingml/2006/main">
              <a:ext uri="{FF2B5EF4-FFF2-40B4-BE49-F238E27FC236}">
                <a16:creationId xmlns:a16="http://schemas.microsoft.com/office/drawing/2014/main" id="{941971F8-50A3-4EAC-8483-7AA8766C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VIEW 02 · BACK</a:t>
            </a:r>
          </a:p>
        </p:txBody>
      </p:sp>
      <p:sp>
        <p:nvSpPr>
          <p:cNvPr id="15" name="shot-27b-brief">
            <a:extLst xmlns:a="http://schemas.openxmlformats.org/drawingml/2006/main">
              <a:ext uri="{FF2B5EF4-FFF2-40B4-BE49-F238E27FC236}">
                <a16:creationId xmlns:a16="http://schemas.microsoft.com/office/drawing/2014/main" id="{5ABA7AE9-0980-44F2-94D3-4C68ADC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Оборотная информационная зона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FBD5B691-16E6-4406-AB14-6697297A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27b-spec">
            <a:extLst xmlns:a="http://schemas.openxmlformats.org/drawingml/2006/main">
              <a:ext uri="{FF2B5EF4-FFF2-40B4-BE49-F238E27FC236}">
                <a16:creationId xmlns:a16="http://schemas.microsoft.com/office/drawing/2014/main" id="{3DD8DC64-96DB-44EB-BC0F-2C57F80E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90° · тот же масштаб</a:t>
            </a:r>
          </a:p>
        </p:txBody>
      </p:sp>
      <p:sp>
        <p:nvSpPr>
          <p:cNvPr id="18" name="shot-27b-purpose">
            <a:extLst xmlns:a="http://schemas.openxmlformats.org/drawingml/2006/main">
              <a:ext uri="{FF2B5EF4-FFF2-40B4-BE49-F238E27FC236}">
                <a16:creationId xmlns:a16="http://schemas.microsoft.com/office/drawing/2014/main" id="{6730FED6-4063-4847-8D4A-5B184A7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состав, взаимодействия и помощь</a:t>
            </a:r>
          </a:p>
        </p:txBody>
      </p:sp>
      <p:sp>
        <p:nvSpPr>
          <p:cNvPr id="19" name="shot-27c">
            <a:extLst xmlns:a="http://schemas.openxmlformats.org/drawingml/2006/main">
              <a:ext uri="{FF2B5EF4-FFF2-40B4-BE49-F238E27FC236}">
                <a16:creationId xmlns:a16="http://schemas.microsoft.com/office/drawing/2014/main" id="{4ABDDBC0-F792-4E61-A729-835C4A8E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2430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27c-label">
            <a:extLst xmlns:a="http://schemas.openxmlformats.org/drawingml/2006/main">
              <a:ext uri="{FF2B5EF4-FFF2-40B4-BE49-F238E27FC236}">
                <a16:creationId xmlns:a16="http://schemas.microsoft.com/office/drawing/2014/main" id="{90935FAB-D661-4AD4-A2D3-DEA43D53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01 · CLOSURE</a:t>
            </a:r>
          </a:p>
        </p:txBody>
      </p:sp>
      <p:sp>
        <p:nvSpPr>
          <p:cNvPr id="21" name="shot-27c-brief">
            <a:extLst xmlns:a="http://schemas.openxmlformats.org/drawingml/2006/main">
              <a:ext uri="{FF2B5EF4-FFF2-40B4-BE49-F238E27FC236}">
                <a16:creationId xmlns:a16="http://schemas.microsoft.com/office/drawing/2014/main" id="{9AA65C10-9C68-4F08-A707-B1987301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Крышка и признак первого вскрытия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2A6B351A-BC21-4F57-9EC9-16A4741E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27c-spec">
            <a:extLst xmlns:a="http://schemas.openxmlformats.org/drawingml/2006/main">
              <a:ext uri="{FF2B5EF4-FFF2-40B4-BE49-F238E27FC236}">
                <a16:creationId xmlns:a16="http://schemas.microsoft.com/office/drawing/2014/main" id="{BDDA5480-0305-4A74-BAD7-2260860A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макро 1:1 · ровный свет</a:t>
            </a:r>
          </a:p>
        </p:txBody>
      </p:sp>
      <p:sp>
        <p:nvSpPr>
          <p:cNvPr id="24" name="shot-27c-purpose">
            <a:extLst xmlns:a="http://schemas.openxmlformats.org/drawingml/2006/main">
              <a:ext uri="{FF2B5EF4-FFF2-40B4-BE49-F238E27FC236}">
                <a16:creationId xmlns:a16="http://schemas.microsoft.com/office/drawing/2014/main" id="{F53AFBEB-17C9-464D-B364-A17BEC1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53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показать защитную функцию без product glam</a:t>
            </a:r>
          </a:p>
        </p:txBody>
      </p:sp>
    </p:spTree>
    <p:extLst>
      <p:ext uri="{BB962C8B-B14F-4D97-AF65-F5344CB8AC3E}">
        <p14:creationId xmlns:p14="http://schemas.microsoft.com/office/powerpoint/2010/main" val="8179817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F206F77-5D42-4AC2-B783-4A233C5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PACKAGING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2339C70-1B10-4059-A24F-A063F718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6976D4-450E-47A1-9385-F8B50BF5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Набор единиц показывает обе суммы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1F7F072-44FA-4414-837E-ACF4CF8F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ED3EF7E5-3EF7-4D30-ADD6-6F8DCBA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41B5F21-3D12-4D43-93DD-B836325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28 / 55</a:t>
            </a:r>
          </a:p>
        </p:txBody>
      </p:sp>
      <p:sp>
        <p:nvSpPr>
          <p:cNvPr id="7" name="shot-28a">
            <a:extLst xmlns:a="http://schemas.openxmlformats.org/drawingml/2006/main">
              <a:ext uri="{FF2B5EF4-FFF2-40B4-BE49-F238E27FC236}">
                <a16:creationId xmlns:a16="http://schemas.microsoft.com/office/drawing/2014/main" id="{D7735FB6-0C85-4A6D-A2A7-1A818654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5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28a-label">
            <a:extLst xmlns:a="http://schemas.openxmlformats.org/drawingml/2006/main">
              <a:ext uri="{FF2B5EF4-FFF2-40B4-BE49-F238E27FC236}">
                <a16:creationId xmlns:a16="http://schemas.microsoft.com/office/drawing/2014/main" id="{3B76D285-DDD5-4B94-831A-643DE3C9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VIEW 01 · CLOSED FRONT</a:t>
            </a:r>
          </a:p>
        </p:txBody>
      </p:sp>
      <p:sp>
        <p:nvSpPr>
          <p:cNvPr id="9" name="shot-28a-brief">
            <a:extLst xmlns:a="http://schemas.openxmlformats.org/drawingml/2006/main">
              <a:ext uri="{FF2B5EF4-FFF2-40B4-BE49-F238E27FC236}">
                <a16:creationId xmlns:a16="http://schemas.microsoft.com/office/drawing/2014/main" id="{3CE335C9-799A-45C6-BFFA-6332A899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6534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Закрытая пачка</a:t>
            </a:r>
          </a:p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лицевая сторона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9E42ECA-4C9F-412A-80D5-674CF430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28a-spec">
            <a:extLst xmlns:a="http://schemas.openxmlformats.org/drawingml/2006/main">
              <a:ext uri="{FF2B5EF4-FFF2-40B4-BE49-F238E27FC236}">
                <a16:creationId xmlns:a16="http://schemas.microsoft.com/office/drawing/2014/main" id="{ED190797-538D-4028-909A-A22BA4B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90° · без перспективы · нейтральный фон</a:t>
            </a:r>
          </a:p>
        </p:txBody>
      </p:sp>
      <p:sp>
        <p:nvSpPr>
          <p:cNvPr id="12" name="shot-28a-purpose">
            <a:extLst xmlns:a="http://schemas.openxmlformats.org/drawingml/2006/main">
              <a:ext uri="{FF2B5EF4-FFF2-40B4-BE49-F238E27FC236}">
                <a16:creationId xmlns:a16="http://schemas.microsoft.com/office/drawing/2014/main" id="{A34C47F2-3A5E-4EC1-B1E5-188E31D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сопоставить содержание на единицу и сумму</a:t>
            </a:r>
          </a:p>
        </p:txBody>
      </p:sp>
      <p:sp>
        <p:nvSpPr>
          <p:cNvPr id="13" name="shot-28b">
            <a:extLst xmlns:a="http://schemas.openxmlformats.org/drawingml/2006/main">
              <a:ext uri="{FF2B5EF4-FFF2-40B4-BE49-F238E27FC236}">
                <a16:creationId xmlns:a16="http://schemas.microsoft.com/office/drawing/2014/main" id="{7F5CB9C5-0937-4D75-B4F0-C567C150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28b-label">
            <a:extLst xmlns:a="http://schemas.openxmlformats.org/drawingml/2006/main">
              <a:ext uri="{FF2B5EF4-FFF2-40B4-BE49-F238E27FC236}">
                <a16:creationId xmlns:a16="http://schemas.microsoft.com/office/drawing/2014/main" id="{F7BDD2CA-4B86-44CC-955E-F5FA220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VIEW 02 · OPEN 3/4</a:t>
            </a:r>
          </a:p>
        </p:txBody>
      </p:sp>
      <p:sp>
        <p:nvSpPr>
          <p:cNvPr id="15" name="shot-28b-brief">
            <a:extLst xmlns:a="http://schemas.openxmlformats.org/drawingml/2006/main">
              <a:ext uri="{FF2B5EF4-FFF2-40B4-BE49-F238E27FC236}">
                <a16:creationId xmlns:a16="http://schemas.microsoft.com/office/drawing/2014/main" id="{CCB6F51B-BBE9-4087-86EE-AF3F656B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Пачка открыта на 45°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AE31B61-5F09-4992-A65F-133F8F8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28b-spec">
            <a:extLst xmlns:a="http://schemas.openxmlformats.org/drawingml/2006/main">
              <a:ext uri="{FF2B5EF4-FFF2-40B4-BE49-F238E27FC236}">
                <a16:creationId xmlns:a16="http://schemas.microsoft.com/office/drawing/2014/main" id="{D99DCD58-CEA3-402A-BF59-CCECF4BD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объектив 50 мм · без руки</a:t>
            </a:r>
          </a:p>
        </p:txBody>
      </p:sp>
      <p:sp>
        <p:nvSpPr>
          <p:cNvPr id="18" name="shot-28b-purpose">
            <a:extLst xmlns:a="http://schemas.openxmlformats.org/drawingml/2006/main">
              <a:ext uri="{FF2B5EF4-FFF2-40B4-BE49-F238E27FC236}">
                <a16:creationId xmlns:a16="http://schemas.microsoft.com/office/drawing/2014/main" id="{9A4CBB2B-DFFC-4FCC-A9C8-F6A627C9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показать количество и способ хранения</a:t>
            </a:r>
          </a:p>
        </p:txBody>
      </p:sp>
      <p:sp>
        <p:nvSpPr>
          <p:cNvPr id="19" name="shot-28c">
            <a:extLst xmlns:a="http://schemas.openxmlformats.org/drawingml/2006/main">
              <a:ext uri="{FF2B5EF4-FFF2-40B4-BE49-F238E27FC236}">
                <a16:creationId xmlns:a16="http://schemas.microsoft.com/office/drawing/2014/main" id="{9739F60F-8BD0-4896-9F19-7FB0C3FA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2430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28c-label">
            <a:extLst xmlns:a="http://schemas.openxmlformats.org/drawingml/2006/main">
              <a:ext uri="{FF2B5EF4-FFF2-40B4-BE49-F238E27FC236}">
                <a16:creationId xmlns:a16="http://schemas.microsoft.com/office/drawing/2014/main" id="{0B590FE1-90E6-4864-9EEC-0DBE237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01 · UNIT</a:t>
            </a:r>
          </a:p>
        </p:txBody>
      </p:sp>
      <p:sp>
        <p:nvSpPr>
          <p:cNvPr id="21" name="shot-28c-brief">
            <a:extLst xmlns:a="http://schemas.openxmlformats.org/drawingml/2006/main">
              <a:ext uri="{FF2B5EF4-FFF2-40B4-BE49-F238E27FC236}">
                <a16:creationId xmlns:a16="http://schemas.microsoft.com/office/drawing/2014/main" id="{0E7889E1-324B-46B4-9866-CD43FC7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Одна единица и обязательная маркировка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43FD742C-4383-488B-AC36-5D38DF2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28c-spec">
            <a:extLst xmlns:a="http://schemas.openxmlformats.org/drawingml/2006/main">
              <a:ext uri="{FF2B5EF4-FFF2-40B4-BE49-F238E27FC236}">
                <a16:creationId xmlns:a16="http://schemas.microsoft.com/office/drawing/2014/main" id="{8CD36427-28DB-4866-9AF8-BE5F7CF7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макро 1:1 · фронтально</a:t>
            </a:r>
          </a:p>
        </p:txBody>
      </p:sp>
      <p:sp>
        <p:nvSpPr>
          <p:cNvPr id="24" name="shot-28c-purpose">
            <a:extLst xmlns:a="http://schemas.openxmlformats.org/drawingml/2006/main">
              <a:ext uri="{FF2B5EF4-FFF2-40B4-BE49-F238E27FC236}">
                <a16:creationId xmlns:a16="http://schemas.microsoft.com/office/drawing/2014/main" id="{AA84E1A8-6438-4B35-BBFA-34F61ACD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53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различимость без уникального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0992846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0574F73-A9F6-4627-8F8C-5C45662E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PACKAGING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6D06272-2E51-4DAB-A8F8-4A42C56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A1145A-87E0-498A-B401-59135DC5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Защита не должна выглядеть премиально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3C3EE55-D929-4980-9F48-8BD79F40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958D90D-729E-4FA0-9794-47E272D0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1F39DD8-3335-42EA-BD5C-9CCEFD1E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29 / 55</a:t>
            </a:r>
          </a:p>
        </p:txBody>
      </p:sp>
      <p:sp>
        <p:nvSpPr>
          <p:cNvPr id="7" name="shot-29a">
            <a:extLst xmlns:a="http://schemas.openxmlformats.org/drawingml/2006/main">
              <a:ext uri="{FF2B5EF4-FFF2-40B4-BE49-F238E27FC236}">
                <a16:creationId xmlns:a16="http://schemas.microsoft.com/office/drawing/2014/main" id="{D6D559B5-42F4-48F5-82B9-7581A39B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5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29a-label">
            <a:extLst xmlns:a="http://schemas.openxmlformats.org/drawingml/2006/main">
              <a:ext uri="{FF2B5EF4-FFF2-40B4-BE49-F238E27FC236}">
                <a16:creationId xmlns:a16="http://schemas.microsoft.com/office/drawing/2014/main" id="{D5A88E2C-6C11-4635-B490-77734370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VIEW 01 · FRONT</a:t>
            </a:r>
          </a:p>
        </p:txBody>
      </p:sp>
      <p:sp>
        <p:nvSpPr>
          <p:cNvPr id="9" name="shot-29a-brief">
            <a:extLst xmlns:a="http://schemas.openxmlformats.org/drawingml/2006/main">
              <a:ext uri="{FF2B5EF4-FFF2-40B4-BE49-F238E27FC236}">
                <a16:creationId xmlns:a16="http://schemas.microsoft.com/office/drawing/2014/main" id="{3EAD19CF-5A13-440D-A785-8A11839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6534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Защищённый контейнер</a:t>
            </a:r>
          </a:p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лицевая сторона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2C0180C-7E20-4D2E-A0D5-6FEDCCC7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29a-spec">
            <a:extLst xmlns:a="http://schemas.openxmlformats.org/drawingml/2006/main">
              <a:ext uri="{FF2B5EF4-FFF2-40B4-BE49-F238E27FC236}">
                <a16:creationId xmlns:a16="http://schemas.microsoft.com/office/drawing/2014/main" id="{AABD430E-A063-4BF2-AE82-073EA6C5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90° · ось по центру · обычная поверхность</a:t>
            </a:r>
          </a:p>
        </p:txBody>
      </p:sp>
      <p:sp>
        <p:nvSpPr>
          <p:cNvPr id="12" name="shot-29a-purpose">
            <a:extLst xmlns:a="http://schemas.openxmlformats.org/drawingml/2006/main">
              <a:ext uri="{FF2B5EF4-FFF2-40B4-BE49-F238E27FC236}">
                <a16:creationId xmlns:a16="http://schemas.microsoft.com/office/drawing/2014/main" id="{ABFD5B16-9E62-4ED9-AEDA-DAF45838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идентификацию до механики</a:t>
            </a:r>
          </a:p>
        </p:txBody>
      </p:sp>
      <p:sp>
        <p:nvSpPr>
          <p:cNvPr id="13" name="shot-29b">
            <a:extLst xmlns:a="http://schemas.openxmlformats.org/drawingml/2006/main">
              <a:ext uri="{FF2B5EF4-FFF2-40B4-BE49-F238E27FC236}">
                <a16:creationId xmlns:a16="http://schemas.microsoft.com/office/drawing/2014/main" id="{09CCAD16-A093-4A5A-A64D-EEBB9BD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29b-label">
            <a:extLst xmlns:a="http://schemas.openxmlformats.org/drawingml/2006/main">
              <a:ext uri="{FF2B5EF4-FFF2-40B4-BE49-F238E27FC236}">
                <a16:creationId xmlns:a16="http://schemas.microsoft.com/office/drawing/2014/main" id="{52805E00-758B-4A05-89B1-6F3A3887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VIEW 02 · 3/4</a:t>
            </a:r>
          </a:p>
        </p:txBody>
      </p:sp>
      <p:sp>
        <p:nvSpPr>
          <p:cNvPr id="15" name="shot-29b-brief">
            <a:extLst xmlns:a="http://schemas.openxmlformats.org/drawingml/2006/main">
              <a:ext uri="{FF2B5EF4-FFF2-40B4-BE49-F238E27FC236}">
                <a16:creationId xmlns:a16="http://schemas.microsoft.com/office/drawing/2014/main" id="{9A2795AA-2FDD-4542-94FC-A96DDA75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Объём и рабочая геометрия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F62C807-33D1-48CA-93A1-2046DDA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29b-spec">
            <a:extLst xmlns:a="http://schemas.openxmlformats.org/drawingml/2006/main">
              <a:ext uri="{FF2B5EF4-FFF2-40B4-BE49-F238E27FC236}">
                <a16:creationId xmlns:a16="http://schemas.microsoft.com/office/drawing/2014/main" id="{049A9923-945F-43A4-A1E0-07BA9C9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45° · объектив 50 мм</a:t>
            </a:r>
          </a:p>
        </p:txBody>
      </p:sp>
      <p:sp>
        <p:nvSpPr>
          <p:cNvPr id="18" name="shot-29b-purpose">
            <a:extLst xmlns:a="http://schemas.openxmlformats.org/drawingml/2006/main">
              <a:ext uri="{FF2B5EF4-FFF2-40B4-BE49-F238E27FC236}">
                <a16:creationId xmlns:a16="http://schemas.microsoft.com/office/drawing/2014/main" id="{1FDB698E-C9FD-4408-802F-2A91DBE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показать форму как следствие функции</a:t>
            </a:r>
          </a:p>
        </p:txBody>
      </p:sp>
      <p:sp>
        <p:nvSpPr>
          <p:cNvPr id="19" name="shot-29c">
            <a:extLst xmlns:a="http://schemas.openxmlformats.org/drawingml/2006/main">
              <a:ext uri="{FF2B5EF4-FFF2-40B4-BE49-F238E27FC236}">
                <a16:creationId xmlns:a16="http://schemas.microsoft.com/office/drawing/2014/main" id="{2CEAA4EB-6F32-434B-B96B-D3057CA8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2430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29c-label">
            <a:extLst xmlns:a="http://schemas.openxmlformats.org/drawingml/2006/main">
              <a:ext uri="{FF2B5EF4-FFF2-40B4-BE49-F238E27FC236}">
                <a16:creationId xmlns:a16="http://schemas.microsoft.com/office/drawing/2014/main" id="{CF003E81-DC35-45B2-AFB3-4D2FCBF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01 · SAFETY</a:t>
            </a:r>
          </a:p>
        </p:txBody>
      </p:sp>
      <p:sp>
        <p:nvSpPr>
          <p:cNvPr id="21" name="shot-29c-brief">
            <a:extLst xmlns:a="http://schemas.openxmlformats.org/drawingml/2006/main">
              <a:ext uri="{FF2B5EF4-FFF2-40B4-BE49-F238E27FC236}">
                <a16:creationId xmlns:a16="http://schemas.microsoft.com/office/drawing/2014/main" id="{0C62E489-DB38-4B60-A543-1723A571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Child-resistant / tamper-evident узел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C503FA3D-1A6C-4D37-838E-76C93963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29c-spec">
            <a:extLst xmlns:a="http://schemas.openxmlformats.org/drawingml/2006/main">
              <a:ext uri="{FF2B5EF4-FFF2-40B4-BE49-F238E27FC236}">
                <a16:creationId xmlns:a16="http://schemas.microsoft.com/office/drawing/2014/main" id="{66BF21A9-EEC5-486F-9E09-AAEFB8B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макро 1:1 · без драматического света</a:t>
            </a:r>
          </a:p>
        </p:txBody>
      </p:sp>
      <p:sp>
        <p:nvSpPr>
          <p:cNvPr id="24" name="shot-29c-purpose">
            <a:extLst xmlns:a="http://schemas.openxmlformats.org/drawingml/2006/main">
              <a:ext uri="{FF2B5EF4-FFF2-40B4-BE49-F238E27FC236}">
                <a16:creationId xmlns:a16="http://schemas.microsoft.com/office/drawing/2014/main" id="{EFC4CC4E-1866-4CBA-BD93-74AB6AE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53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объяснить защиту и точку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8081025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EF335B-8190-458F-9A67-B8AFA7E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PACKAGING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526B60E-BBB2-4C48-84E7-5646204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8D34EA-5C1B-43BF-868D-F5C6CF52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Одна лицевая грамматика для всех семейств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D2C6DD5-64D4-48C7-BACD-233A5668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12D9694-F0DB-4E89-9CFD-B022A0F4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4AEF2B3-CEB6-49EC-99C8-02730AC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30 / 55</a:t>
            </a:r>
          </a:p>
        </p:txBody>
      </p:sp>
      <p:sp>
        <p:nvSpPr>
          <p:cNvPr id="7" name="shot-30a">
            <a:extLst xmlns:a="http://schemas.openxmlformats.org/drawingml/2006/main">
              <a:ext uri="{FF2B5EF4-FFF2-40B4-BE49-F238E27FC236}">
                <a16:creationId xmlns:a16="http://schemas.microsoft.com/office/drawing/2014/main" id="{A49E882F-EEC7-4969-9A98-F8A97A61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0a-label">
            <a:extLst xmlns:a="http://schemas.openxmlformats.org/drawingml/2006/main">
              <a:ext uri="{FF2B5EF4-FFF2-40B4-BE49-F238E27FC236}">
                <a16:creationId xmlns:a16="http://schemas.microsoft.com/office/drawing/2014/main" id="{9E4142F7-E0B7-4020-8D40-DF3B27C9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FRONT A · LIQUID</a:t>
            </a:r>
          </a:p>
        </p:txBody>
      </p:sp>
      <p:sp>
        <p:nvSpPr>
          <p:cNvPr id="9" name="shot-30a-brief">
            <a:extLst xmlns:a="http://schemas.openxmlformats.org/drawingml/2006/main">
              <a:ext uri="{FF2B5EF4-FFF2-40B4-BE49-F238E27FC236}">
                <a16:creationId xmlns:a16="http://schemas.microsoft.com/office/drawing/2014/main" id="{0FE4786E-DE8E-40C8-AB7A-877B94E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Класс → форма → число → риск → партия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D68DC35-1DAF-49D8-A7FA-722E2F34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0a-spec">
            <a:extLst xmlns:a="http://schemas.openxmlformats.org/drawingml/2006/main">
              <a:ext uri="{FF2B5EF4-FFF2-40B4-BE49-F238E27FC236}">
                <a16:creationId xmlns:a16="http://schemas.microsoft.com/office/drawing/2014/main" id="{93AA370B-B8BA-411F-9BAF-EF65EAB8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flat artwork · без тары</a:t>
            </a:r>
          </a:p>
        </p:txBody>
      </p:sp>
      <p:sp>
        <p:nvSpPr>
          <p:cNvPr id="12" name="shot-30a-purpose">
            <a:extLst xmlns:a="http://schemas.openxmlformats.org/drawingml/2006/main">
              <a:ext uri="{FF2B5EF4-FFF2-40B4-BE49-F238E27FC236}">
                <a16:creationId xmlns:a16="http://schemas.microsoft.com/office/drawing/2014/main" id="{269D48D8-DCFD-4977-9C98-83427A5A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положение обязательных зон</a:t>
            </a:r>
          </a:p>
        </p:txBody>
      </p:sp>
      <p:sp>
        <p:nvSpPr>
          <p:cNvPr id="13" name="shot-30b">
            <a:extLst xmlns:a="http://schemas.openxmlformats.org/drawingml/2006/main">
              <a:ext uri="{FF2B5EF4-FFF2-40B4-BE49-F238E27FC236}">
                <a16:creationId xmlns:a16="http://schemas.microsoft.com/office/drawing/2014/main" id="{64E3CB2C-3AC3-4260-BEC3-9580A37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0b-label">
            <a:extLst xmlns:a="http://schemas.openxmlformats.org/drawingml/2006/main">
              <a:ext uri="{FF2B5EF4-FFF2-40B4-BE49-F238E27FC236}">
                <a16:creationId xmlns:a16="http://schemas.microsoft.com/office/drawing/2014/main" id="{2F0D005F-6DFD-488A-8989-F991A349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FRONT B · UNITS</a:t>
            </a:r>
          </a:p>
        </p:txBody>
      </p:sp>
      <p:sp>
        <p:nvSpPr>
          <p:cNvPr id="15" name="shot-30b-brief">
            <a:extLst xmlns:a="http://schemas.openxmlformats.org/drawingml/2006/main">
              <a:ext uri="{FF2B5EF4-FFF2-40B4-BE49-F238E27FC236}">
                <a16:creationId xmlns:a16="http://schemas.microsoft.com/office/drawing/2014/main" id="{5335949D-852E-4B20-B675-657D7BDF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Класс → форма → число → риск → партия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B4A159FC-EA50-48ED-80EC-B1F66D82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0b-spec">
            <a:extLst xmlns:a="http://schemas.openxmlformats.org/drawingml/2006/main">
              <a:ext uri="{FF2B5EF4-FFF2-40B4-BE49-F238E27FC236}">
                <a16:creationId xmlns:a16="http://schemas.microsoft.com/office/drawing/2014/main" id="{906E1F34-16B0-49C4-B860-9C6EE24A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flat artwork · без тары</a:t>
            </a:r>
          </a:p>
        </p:txBody>
      </p:sp>
      <p:sp>
        <p:nvSpPr>
          <p:cNvPr id="18" name="shot-30b-purpose">
            <a:extLst xmlns:a="http://schemas.openxmlformats.org/drawingml/2006/main">
              <a:ext uri="{FF2B5EF4-FFF2-40B4-BE49-F238E27FC236}">
                <a16:creationId xmlns:a16="http://schemas.microsoft.com/office/drawing/2014/main" id="{684F5072-9ABA-475E-9948-72E4B4A7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положение обязательных зон</a:t>
            </a:r>
          </a:p>
        </p:txBody>
      </p:sp>
      <p:sp>
        <p:nvSpPr>
          <p:cNvPr id="19" name="shot-30c">
            <a:extLst xmlns:a="http://schemas.openxmlformats.org/drawingml/2006/main">
              <a:ext uri="{FF2B5EF4-FFF2-40B4-BE49-F238E27FC236}">
                <a16:creationId xmlns:a16="http://schemas.microsoft.com/office/drawing/2014/main" id="{05114B9F-2D02-4E58-A84A-7458E58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30c-label">
            <a:extLst xmlns:a="http://schemas.openxmlformats.org/drawingml/2006/main">
              <a:ext uri="{FF2B5EF4-FFF2-40B4-BE49-F238E27FC236}">
                <a16:creationId xmlns:a16="http://schemas.microsoft.com/office/drawing/2014/main" id="{943E2319-75FB-4EDA-8CE5-8D6F5759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FRONT C · CONTROLLED</a:t>
            </a:r>
          </a:p>
        </p:txBody>
      </p:sp>
      <p:sp>
        <p:nvSpPr>
          <p:cNvPr id="21" name="shot-30c-brief">
            <a:extLst xmlns:a="http://schemas.openxmlformats.org/drawingml/2006/main">
              <a:ext uri="{FF2B5EF4-FFF2-40B4-BE49-F238E27FC236}">
                <a16:creationId xmlns:a16="http://schemas.microsoft.com/office/drawing/2014/main" id="{1F387E50-E73D-4120-A154-40694CBC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Класс → форма → число → риск → партия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45CE8414-324E-44A4-ADA0-514A630C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30c-spec">
            <a:extLst xmlns:a="http://schemas.openxmlformats.org/drawingml/2006/main">
              <a:ext uri="{FF2B5EF4-FFF2-40B4-BE49-F238E27FC236}">
                <a16:creationId xmlns:a16="http://schemas.microsoft.com/office/drawing/2014/main" id="{2D16058F-4314-4BE9-AB39-15EBCCF3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flat artwork · без тары</a:t>
            </a:r>
          </a:p>
        </p:txBody>
      </p:sp>
      <p:sp>
        <p:nvSpPr>
          <p:cNvPr id="24" name="shot-30c-purpose">
            <a:extLst xmlns:a="http://schemas.openxmlformats.org/drawingml/2006/main">
              <a:ext uri="{FF2B5EF4-FFF2-40B4-BE49-F238E27FC236}">
                <a16:creationId xmlns:a16="http://schemas.microsoft.com/office/drawing/2014/main" id="{CF894056-E634-4D66-B92C-62AA0210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положение обязательных зон</a:t>
            </a:r>
          </a:p>
        </p:txBody>
      </p:sp>
    </p:spTree>
    <p:extLst>
      <p:ext uri="{BB962C8B-B14F-4D97-AF65-F5344CB8AC3E}">
        <p14:creationId xmlns:p14="http://schemas.microsoft.com/office/powerpoint/2010/main" val="3528150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E0988B-16E5-4BDB-A6DD-1AD954B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PACKAGING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87DC5E0-7780-4752-B414-01C5792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AC02C7-3507-41B4-A339-3371F43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Партия, QR и отзыв — технический слой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A257DDB-BC60-4A68-99FB-148CEA2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0BB48BAF-48B0-4D31-80CA-2A76F4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B33B20-39C9-47BA-8C35-CB0B9CC5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31 / 55</a:t>
            </a:r>
          </a:p>
        </p:txBody>
      </p:sp>
      <p:sp>
        <p:nvSpPr>
          <p:cNvPr id="7" name="shot-31a">
            <a:extLst xmlns:a="http://schemas.openxmlformats.org/drawingml/2006/main">
              <a:ext uri="{FF2B5EF4-FFF2-40B4-BE49-F238E27FC236}">
                <a16:creationId xmlns:a16="http://schemas.microsoft.com/office/drawing/2014/main" id="{269D8060-3D03-497B-A923-DFEDF5C7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1a-label">
            <a:extLst xmlns:a="http://schemas.openxmlformats.org/drawingml/2006/main">
              <a:ext uri="{FF2B5EF4-FFF2-40B4-BE49-F238E27FC236}">
                <a16:creationId xmlns:a16="http://schemas.microsoft.com/office/drawing/2014/main" id="{DE4A7131-65DA-4249-AD5E-DBE21A3E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01 · BATCH</a:t>
            </a:r>
          </a:p>
        </p:txBody>
      </p:sp>
      <p:sp>
        <p:nvSpPr>
          <p:cNvPr id="9" name="shot-31a-brief">
            <a:extLst xmlns:a="http://schemas.openxmlformats.org/drawingml/2006/main">
              <a:ext uri="{FF2B5EF4-FFF2-40B4-BE49-F238E27FC236}">
                <a16:creationId xmlns:a16="http://schemas.microsoft.com/office/drawing/2014/main" id="{2F41C0F4-0E21-4C44-A31D-AFE78C7A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Машинно читаемый код партии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E53D15D-A01C-4052-80A8-59610AD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1a-spec">
            <a:extLst xmlns:a="http://schemas.openxmlformats.org/drawingml/2006/main">
              <a:ext uri="{FF2B5EF4-FFF2-40B4-BE49-F238E27FC236}">
                <a16:creationId xmlns:a16="http://schemas.microsoft.com/office/drawing/2014/main" id="{2AB7AFE0-BF9D-42FE-85CF-B34D4EB0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макро 1:1 · высокая резкость</a:t>
            </a:r>
          </a:p>
        </p:txBody>
      </p:sp>
      <p:sp>
        <p:nvSpPr>
          <p:cNvPr id="12" name="shot-31a-purpose">
            <a:extLst xmlns:a="http://schemas.openxmlformats.org/drawingml/2006/main">
              <a:ext uri="{FF2B5EF4-FFF2-40B4-BE49-F238E27FC236}">
                <a16:creationId xmlns:a16="http://schemas.microsoft.com/office/drawing/2014/main" id="{C3C9D5EE-4D05-4198-9E27-02D315FC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поиск без аккаунта</a:t>
            </a:r>
          </a:p>
        </p:txBody>
      </p:sp>
      <p:sp>
        <p:nvSpPr>
          <p:cNvPr id="13" name="shot-31b">
            <a:extLst xmlns:a="http://schemas.openxmlformats.org/drawingml/2006/main">
              <a:ext uri="{FF2B5EF4-FFF2-40B4-BE49-F238E27FC236}">
                <a16:creationId xmlns:a16="http://schemas.microsoft.com/office/drawing/2014/main" id="{3394BDE8-5E4E-4F85-A9FC-C9992FA7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1b-label">
            <a:extLst xmlns:a="http://schemas.openxmlformats.org/drawingml/2006/main">
              <a:ext uri="{FF2B5EF4-FFF2-40B4-BE49-F238E27FC236}">
                <a16:creationId xmlns:a16="http://schemas.microsoft.com/office/drawing/2014/main" id="{EDF08CDC-05A5-421A-B3A7-C6800970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02 · QR</a:t>
            </a:r>
          </a:p>
        </p:txBody>
      </p:sp>
      <p:sp>
        <p:nvSpPr>
          <p:cNvPr id="15" name="shot-31b-brief">
            <a:extLst xmlns:a="http://schemas.openxmlformats.org/drawingml/2006/main">
              <a:ext uri="{FF2B5EF4-FFF2-40B4-BE49-F238E27FC236}">
                <a16:creationId xmlns:a16="http://schemas.microsoft.com/office/drawing/2014/main" id="{0C95BFCC-8B70-47BD-AFA9-EF96C847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QR и текстовый альтернативный путь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4EFF2096-61FA-4FCC-9071-3123C1B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1b-spec">
            <a:extLst xmlns:a="http://schemas.openxmlformats.org/drawingml/2006/main">
              <a:ext uri="{FF2B5EF4-FFF2-40B4-BE49-F238E27FC236}">
                <a16:creationId xmlns:a16="http://schemas.microsoft.com/office/drawing/2014/main" id="{E7B6D80A-E04E-4BA8-8BB2-11CF37C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макро 1:1 · фронтально</a:t>
            </a:r>
          </a:p>
        </p:txBody>
      </p:sp>
      <p:sp>
        <p:nvSpPr>
          <p:cNvPr id="18" name="shot-31b-purpose">
            <a:extLst xmlns:a="http://schemas.openxmlformats.org/drawingml/2006/main">
              <a:ext uri="{FF2B5EF4-FFF2-40B4-BE49-F238E27FC236}">
                <a16:creationId xmlns:a16="http://schemas.microsoft.com/office/drawing/2014/main" id="{BB433507-F123-4001-ACD5-8880E1C2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вести только в независимый реестр</a:t>
            </a:r>
          </a:p>
        </p:txBody>
      </p:sp>
      <p:sp>
        <p:nvSpPr>
          <p:cNvPr id="19" name="shot-31c">
            <a:extLst xmlns:a="http://schemas.openxmlformats.org/drawingml/2006/main">
              <a:ext uri="{FF2B5EF4-FFF2-40B4-BE49-F238E27FC236}">
                <a16:creationId xmlns:a16="http://schemas.microsoft.com/office/drawing/2014/main" id="{3C2F157F-92AC-4C06-AC8F-FE2A5DC9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31c-label">
            <a:extLst xmlns:a="http://schemas.openxmlformats.org/drawingml/2006/main">
              <a:ext uri="{FF2B5EF4-FFF2-40B4-BE49-F238E27FC236}">
                <a16:creationId xmlns:a16="http://schemas.microsoft.com/office/drawing/2014/main" id="{91AAA1C0-D69B-495D-8CDB-FA9268C5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03 · TAMPER</a:t>
            </a:r>
          </a:p>
        </p:txBody>
      </p:sp>
      <p:sp>
        <p:nvSpPr>
          <p:cNvPr id="21" name="shot-31c-brief">
            <a:extLst xmlns:a="http://schemas.openxmlformats.org/drawingml/2006/main">
              <a:ext uri="{FF2B5EF4-FFF2-40B4-BE49-F238E27FC236}">
                <a16:creationId xmlns:a16="http://schemas.microsoft.com/office/drawing/2014/main" id="{3CB12E49-548A-44F9-AF81-D168AB59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Признак первого вскрытия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8603FF05-7ABE-4210-9EB9-6E8033A4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31c-spec">
            <a:extLst xmlns:a="http://schemas.openxmlformats.org/drawingml/2006/main">
              <a:ext uri="{FF2B5EF4-FFF2-40B4-BE49-F238E27FC236}">
                <a16:creationId xmlns:a16="http://schemas.microsoft.com/office/drawing/2014/main" id="{8EDF4AE6-5ECA-435A-86E3-5DED7078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макро 1:1 · до / после</a:t>
            </a:r>
          </a:p>
        </p:txBody>
      </p:sp>
      <p:sp>
        <p:nvSpPr>
          <p:cNvPr id="24" name="shot-31c-purpose">
            <a:extLst xmlns:a="http://schemas.openxmlformats.org/drawingml/2006/main">
              <a:ext uri="{FF2B5EF4-FFF2-40B4-BE49-F238E27FC236}">
                <a16:creationId xmlns:a16="http://schemas.microsoft.com/office/drawing/2014/main" id="{00BBFB69-EEED-4704-8C1C-867A082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сделать нарушение однозначным</a:t>
            </a:r>
          </a:p>
        </p:txBody>
      </p:sp>
      <p:sp>
        <p:nvSpPr>
          <p:cNvPr id="25" name="shot-31d">
            <a:extLst xmlns:a="http://schemas.openxmlformats.org/drawingml/2006/main">
              <a:ext uri="{FF2B5EF4-FFF2-40B4-BE49-F238E27FC236}">
                <a16:creationId xmlns:a16="http://schemas.microsoft.com/office/drawing/2014/main" id="{7AB6E923-7DDE-4F5C-8032-34F96516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6" name="shot-31d-label">
            <a:extLst xmlns:a="http://schemas.openxmlformats.org/drawingml/2006/main">
              <a:ext uri="{FF2B5EF4-FFF2-40B4-BE49-F238E27FC236}">
                <a16:creationId xmlns:a16="http://schemas.microsoft.com/office/drawing/2014/main" id="{F7D3A274-88A0-4544-BB1C-21BABB16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04 · RECALL</a:t>
            </a:r>
          </a:p>
        </p:txBody>
      </p:sp>
      <p:sp>
        <p:nvSpPr>
          <p:cNvPr id="27" name="shot-31d-brief">
            <a:extLst xmlns:a="http://schemas.openxmlformats.org/drawingml/2006/main">
              <a:ext uri="{FF2B5EF4-FFF2-40B4-BE49-F238E27FC236}">
                <a16:creationId xmlns:a16="http://schemas.microsoft.com/office/drawing/2014/main" id="{44A8CCA8-9817-40CF-B55C-A8496FA9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Статус отзыва на упаковке и в реестре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ACC90CD7-FB88-461A-8582-AA0C6529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ot-31d-spec">
            <a:extLst xmlns:a="http://schemas.openxmlformats.org/drawingml/2006/main">
              <a:ext uri="{FF2B5EF4-FFF2-40B4-BE49-F238E27FC236}">
                <a16:creationId xmlns:a16="http://schemas.microsoft.com/office/drawing/2014/main" id="{E4DE9CF8-FCB2-42C8-B5E7-CB80CAC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одинаковый ID · два носителя</a:t>
            </a:r>
          </a:p>
        </p:txBody>
      </p:sp>
      <p:sp>
        <p:nvSpPr>
          <p:cNvPr id="30" name="shot-31d-purpose">
            <a:extLst xmlns:a="http://schemas.openxmlformats.org/drawingml/2006/main">
              <a:ext uri="{FF2B5EF4-FFF2-40B4-BE49-F238E27FC236}">
                <a16:creationId xmlns:a16="http://schemas.microsoft.com/office/drawing/2014/main" id="{3D8BDC2E-E3D4-4E3E-BF9C-E26B34E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530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сквозную трассировку</a:t>
            </a:r>
          </a:p>
        </p:txBody>
      </p:sp>
    </p:spTree>
    <p:extLst>
      <p:ext uri="{BB962C8B-B14F-4D97-AF65-F5344CB8AC3E}">
        <p14:creationId xmlns:p14="http://schemas.microsoft.com/office/powerpoint/2010/main" val="16111266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CB8063E-4388-4362-9AC1-EBFEFA28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PACKAGING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75B1BCF-0B0C-4FF4-A7C5-AB8F1D2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7DD73F-F0EA-448F-8E5F-A6CB2CB6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Комплект упаковки — без hero-кадра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F8039AB-E69E-4B88-B8D3-1793938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A84C608-F091-402E-9229-F125450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6F38A8-D9F0-41EF-B68D-8DE0B67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32 / 55</a:t>
            </a:r>
          </a:p>
        </p:txBody>
      </p:sp>
      <p:sp>
        <p:nvSpPr>
          <p:cNvPr id="7" name="shot-32a">
            <a:extLst xmlns:a="http://schemas.openxmlformats.org/drawingml/2006/main">
              <a:ext uri="{FF2B5EF4-FFF2-40B4-BE49-F238E27FC236}">
                <a16:creationId xmlns:a16="http://schemas.microsoft.com/office/drawing/2014/main" id="{5FEF631D-3179-4ECC-B428-0FCBCE9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2a-label">
            <a:extLst xmlns:a="http://schemas.openxmlformats.org/drawingml/2006/main">
              <a:ext uri="{FF2B5EF4-FFF2-40B4-BE49-F238E27FC236}">
                <a16:creationId xmlns:a16="http://schemas.microsoft.com/office/drawing/2014/main" id="{A1C6F575-219B-4541-A387-EAC7C271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KIT VIEW · TOP</a:t>
            </a:r>
          </a:p>
        </p:txBody>
      </p:sp>
      <p:sp>
        <p:nvSpPr>
          <p:cNvPr id="9" name="shot-32a-brief">
            <a:extLst xmlns:a="http://schemas.openxmlformats.org/drawingml/2006/main">
              <a:ext uri="{FF2B5EF4-FFF2-40B4-BE49-F238E27FC236}">
                <a16:creationId xmlns:a16="http://schemas.microsoft.com/office/drawing/2014/main" id="{5BF3E1E4-44CD-4A14-9643-B0D8953D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0553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Шесть условных прототипов: три семейства × два варианта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0BA73AC-2B38-4423-9782-84C21D0E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2a-spec">
            <a:extLst xmlns:a="http://schemas.openxmlformats.org/drawingml/2006/main">
              <a:ext uri="{FF2B5EF4-FFF2-40B4-BE49-F238E27FC236}">
                <a16:creationId xmlns:a16="http://schemas.microsoft.com/office/drawing/2014/main" id="{15662795-F344-4C4E-BE80-8484782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вид сверху 90° · одинаковый масштаб · без реквизита</a:t>
            </a:r>
          </a:p>
        </p:txBody>
      </p:sp>
      <p:sp>
        <p:nvSpPr>
          <p:cNvPr id="12" name="shot-32a-purpose">
            <a:extLst xmlns:a="http://schemas.openxmlformats.org/drawingml/2006/main">
              <a:ext uri="{FF2B5EF4-FFF2-40B4-BE49-F238E27FC236}">
                <a16:creationId xmlns:a16="http://schemas.microsoft.com/office/drawing/2014/main" id="{26DBB5A4-8D7F-4721-92C2-B96B96E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системность и отсутствие престижной иерархии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BC467B-ACB4-4E07-94B6-BCF74625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05272E8-DE89-44EA-84F5-671A9A15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одна базовая поверхность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23F88CB-5732-420C-95BE-3E6AC1F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14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C5A8DF-7DA2-4C50-97AA-B21ACA98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9590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одинаковое качество показа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CBD6405-FD25-49DA-9621-D608610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14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86E719-ACED-4269-9014-62AFE454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различимость через текст, число и форму</a:t>
            </a:r>
          </a:p>
        </p:txBody>
      </p:sp>
    </p:spTree>
    <p:extLst>
      <p:ext uri="{BB962C8B-B14F-4D97-AF65-F5344CB8AC3E}">
        <p14:creationId xmlns:p14="http://schemas.microsoft.com/office/powerpoint/2010/main" val="7775671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245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B3B49CB-AA59-465E-8547-3529085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SOLUTION FRAMES · RETAIL ENVIRONMENT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C24C8BD-1FA7-4B9D-8F7E-26FBCCC4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Пространство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CDB07127-B682-4A38-BEC7-DCFACE1F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Каждый вид проверяет функцию маршрута, приватность и отсутствие товарной режиссуры.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02A6042-C477-4798-BFE8-6DF98C0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7EEEE8C1-F2AA-4605-9FC9-98127BFC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FE54E93-C6FD-454F-A49B-9A59C2E6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33 / 55</a:t>
            </a:r>
          </a:p>
        </p:txBody>
      </p:sp>
    </p:spTree>
    <p:extLst>
      <p:ext uri="{BB962C8B-B14F-4D97-AF65-F5344CB8AC3E}">
        <p14:creationId xmlns:p14="http://schemas.microsoft.com/office/powerpoint/2010/main" val="20870603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BA88828-162F-47B3-805D-2B96D45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SPACE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CDA4449-A56B-48CF-8A79-676FFF6D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BB8B44-DE4D-425A-8BC3-B829B8F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Фасад сообщает функцию, но не приглашает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B9951BA-1C06-4D64-8398-8EDA17D3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CD04FA9-EA3D-4BB6-B894-849F32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06785BA-6042-47B2-A1CA-3C69E01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34 / 55</a:t>
            </a:r>
          </a:p>
        </p:txBody>
      </p:sp>
      <p:sp>
        <p:nvSpPr>
          <p:cNvPr id="7" name="shot-34a">
            <a:extLst xmlns:a="http://schemas.openxmlformats.org/drawingml/2006/main">
              <a:ext uri="{FF2B5EF4-FFF2-40B4-BE49-F238E27FC236}">
                <a16:creationId xmlns:a16="http://schemas.microsoft.com/office/drawing/2014/main" id="{4677F26A-83E5-4CF1-93BB-8677709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5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4a-label">
            <a:extLst xmlns:a="http://schemas.openxmlformats.org/drawingml/2006/main">
              <a:ext uri="{FF2B5EF4-FFF2-40B4-BE49-F238E27FC236}">
                <a16:creationId xmlns:a16="http://schemas.microsoft.com/office/drawing/2014/main" id="{DD7F9F4C-44D6-4417-9D01-C90B241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01 · FACADE</a:t>
            </a:r>
          </a:p>
        </p:txBody>
      </p:sp>
      <p:sp>
        <p:nvSpPr>
          <p:cNvPr id="9" name="shot-34a-brief">
            <a:extLst xmlns:a="http://schemas.openxmlformats.org/drawingml/2006/main">
              <a:ext uri="{FF2B5EF4-FFF2-40B4-BE49-F238E27FC236}">
                <a16:creationId xmlns:a16="http://schemas.microsoft.com/office/drawing/2014/main" id="{C0256114-1CA5-4C5F-80C4-10E8B407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6534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Фасадный фрагмент в натуральном масштабе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E668775-EFB6-48AB-BFBE-18383700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4a-spec">
            <a:extLst xmlns:a="http://schemas.openxmlformats.org/drawingml/2006/main">
              <a:ext uri="{FF2B5EF4-FFF2-40B4-BE49-F238E27FC236}">
                <a16:creationId xmlns:a16="http://schemas.microsoft.com/office/drawing/2014/main" id="{091E5A22-79E3-48B3-934C-A953B098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прямо с улицы · 24–35 мм · камера 1,55 м · день</a:t>
            </a:r>
          </a:p>
        </p:txBody>
      </p:sp>
      <p:sp>
        <p:nvSpPr>
          <p:cNvPr id="12" name="shot-34a-purpose">
            <a:extLst xmlns:a="http://schemas.openxmlformats.org/drawingml/2006/main">
              <a:ext uri="{FF2B5EF4-FFF2-40B4-BE49-F238E27FC236}">
                <a16:creationId xmlns:a16="http://schemas.microsoft.com/office/drawing/2014/main" id="{F2559F2C-45C0-4956-802F-2EE597ED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прочитать функцию, часы, доступность и помощь</a:t>
            </a:r>
          </a:p>
        </p:txBody>
      </p:sp>
      <p:sp>
        <p:nvSpPr>
          <p:cNvPr id="13" name="shot-34b">
            <a:extLst xmlns:a="http://schemas.openxmlformats.org/drawingml/2006/main">
              <a:ext uri="{FF2B5EF4-FFF2-40B4-BE49-F238E27FC236}">
                <a16:creationId xmlns:a16="http://schemas.microsoft.com/office/drawing/2014/main" id="{83541225-802E-47DF-A40A-39792CC6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4b-label">
            <a:extLst xmlns:a="http://schemas.openxmlformats.org/drawingml/2006/main">
              <a:ext uri="{FF2B5EF4-FFF2-40B4-BE49-F238E27FC236}">
                <a16:creationId xmlns:a16="http://schemas.microsoft.com/office/drawing/2014/main" id="{592DAFC8-B384-432C-8D5A-6F087E80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01 · SIGN</a:t>
            </a:r>
          </a:p>
        </p:txBody>
      </p:sp>
      <p:sp>
        <p:nvSpPr>
          <p:cNvPr id="15" name="shot-34b-brief">
            <a:extLst xmlns:a="http://schemas.openxmlformats.org/drawingml/2006/main">
              <a:ext uri="{FF2B5EF4-FFF2-40B4-BE49-F238E27FC236}">
                <a16:creationId xmlns:a16="http://schemas.microsoft.com/office/drawing/2014/main" id="{C9E04A1C-6208-4714-8172-9EF076D4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Стандартизированное обозначение функции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7EAE43C-3195-46B1-85BF-01DF4A50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4b-spec">
            <a:extLst xmlns:a="http://schemas.openxmlformats.org/drawingml/2006/main">
              <a:ext uri="{FF2B5EF4-FFF2-40B4-BE49-F238E27FC236}">
                <a16:creationId xmlns:a16="http://schemas.microsoft.com/office/drawing/2014/main" id="{46D651CA-7272-417F-8CAD-8663B23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фронтально · 1:1</a:t>
            </a:r>
          </a:p>
        </p:txBody>
      </p:sp>
      <p:sp>
        <p:nvSpPr>
          <p:cNvPr id="18" name="shot-34b-purpose">
            <a:extLst xmlns:a="http://schemas.openxmlformats.org/drawingml/2006/main">
              <a:ext uri="{FF2B5EF4-FFF2-40B4-BE49-F238E27FC236}">
                <a16:creationId xmlns:a16="http://schemas.microsoft.com/office/drawing/2014/main" id="{8EF0CBE7-12C2-40DA-A02D-47E10255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читаемость без рекламного жеста</a:t>
            </a:r>
          </a:p>
        </p:txBody>
      </p:sp>
      <p:sp>
        <p:nvSpPr>
          <p:cNvPr id="19" name="shot-34c">
            <a:extLst xmlns:a="http://schemas.openxmlformats.org/drawingml/2006/main">
              <a:ext uri="{FF2B5EF4-FFF2-40B4-BE49-F238E27FC236}">
                <a16:creationId xmlns:a16="http://schemas.microsoft.com/office/drawing/2014/main" id="{BF5508D4-5C3D-4BD4-9FB2-87078C1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2430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34c-label">
            <a:extLst xmlns:a="http://schemas.openxmlformats.org/drawingml/2006/main">
              <a:ext uri="{FF2B5EF4-FFF2-40B4-BE49-F238E27FC236}">
                <a16:creationId xmlns:a16="http://schemas.microsoft.com/office/drawing/2014/main" id="{BEDAD23A-52A0-4867-9F24-B31C1B59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CONTROL VIEW · EVENING</a:t>
            </a:r>
          </a:p>
        </p:txBody>
      </p:sp>
      <p:sp>
        <p:nvSpPr>
          <p:cNvPr id="21" name="shot-34c-brief">
            <a:extLst xmlns:a="http://schemas.openxmlformats.org/drawingml/2006/main">
              <a:ext uri="{FF2B5EF4-FFF2-40B4-BE49-F238E27FC236}">
                <a16:creationId xmlns:a16="http://schemas.microsoft.com/office/drawing/2014/main" id="{0C8A1FC7-10DD-4593-9FB8-DB88B345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Тот же фасад после наступления темноты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63744F88-C8C2-45FF-8C45-BD1AAD06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34c-spec">
            <a:extLst xmlns:a="http://schemas.openxmlformats.org/drawingml/2006/main">
              <a:ext uri="{FF2B5EF4-FFF2-40B4-BE49-F238E27FC236}">
                <a16:creationId xmlns:a16="http://schemas.microsoft.com/office/drawing/2014/main" id="{359F583F-0D8C-4016-94BB-E5B4DEB7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та же точка камеры</a:t>
            </a:r>
          </a:p>
        </p:txBody>
      </p:sp>
      <p:sp>
        <p:nvSpPr>
          <p:cNvPr id="24" name="shot-34c-purpose">
            <a:extLst xmlns:a="http://schemas.openxmlformats.org/drawingml/2006/main">
              <a:ext uri="{FF2B5EF4-FFF2-40B4-BE49-F238E27FC236}">
                <a16:creationId xmlns:a16="http://schemas.microsoft.com/office/drawing/2014/main" id="{904A96B6-3A4F-4654-879F-CCC3B224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53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исключить световое шоу и тайный клуб</a:t>
            </a:r>
          </a:p>
        </p:txBody>
      </p:sp>
    </p:spTree>
    <p:extLst>
      <p:ext uri="{BB962C8B-B14F-4D97-AF65-F5344CB8AC3E}">
        <p14:creationId xmlns:p14="http://schemas.microsoft.com/office/powerpoint/2010/main" val="147495220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3BFF12-8AEA-4421-BB6E-2B10B0D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SPACE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C46F937-B890-4DEC-BF92-B5C92F4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B16A90-4137-46BF-BFAC-521BDDBB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Правила доступны до проверки права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0017EAB-DFD1-44E9-A654-141FFC4F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01542EF-8CD1-4B98-ACE3-14201AD9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FA28FAC-B60C-4EA7-939D-DD52060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35 / 55</a:t>
            </a:r>
          </a:p>
        </p:txBody>
      </p:sp>
      <p:sp>
        <p:nvSpPr>
          <p:cNvPr id="7" name="shot-35a">
            <a:extLst xmlns:a="http://schemas.openxmlformats.org/drawingml/2006/main">
              <a:ext uri="{FF2B5EF4-FFF2-40B4-BE49-F238E27FC236}">
                <a16:creationId xmlns:a16="http://schemas.microsoft.com/office/drawing/2014/main" id="{75B92895-299D-40EF-A782-A16A640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5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5a-label">
            <a:extLst xmlns:a="http://schemas.openxmlformats.org/drawingml/2006/main">
              <a:ext uri="{FF2B5EF4-FFF2-40B4-BE49-F238E27FC236}">
                <a16:creationId xmlns:a16="http://schemas.microsoft.com/office/drawing/2014/main" id="{599F021D-6A89-47D9-8554-D4A8FE28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02 · THRESHOLD</a:t>
            </a:r>
          </a:p>
        </p:txBody>
      </p:sp>
      <p:sp>
        <p:nvSpPr>
          <p:cNvPr id="9" name="shot-35a-brief">
            <a:extLst xmlns:a="http://schemas.openxmlformats.org/drawingml/2006/main">
              <a:ext uri="{FF2B5EF4-FFF2-40B4-BE49-F238E27FC236}">
                <a16:creationId xmlns:a16="http://schemas.microsoft.com/office/drawing/2014/main" id="{6911D59D-45F3-4E24-96B8-868ED0F2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6534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Порог и информационная зона без ID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650FDC0-1EB3-4FEB-8347-7121A857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5a-spec">
            <a:extLst xmlns:a="http://schemas.openxmlformats.org/drawingml/2006/main">
              <a:ext uri="{FF2B5EF4-FFF2-40B4-BE49-F238E27FC236}">
                <a16:creationId xmlns:a16="http://schemas.microsoft.com/office/drawing/2014/main" id="{6036F619-B87A-471E-AC09-B3DF53D8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из линии входа · камера 1,55 м · 28 мм</a:t>
            </a:r>
          </a:p>
        </p:txBody>
      </p:sp>
      <p:sp>
        <p:nvSpPr>
          <p:cNvPr id="12" name="shot-35a-purpose">
            <a:extLst xmlns:a="http://schemas.openxmlformats.org/drawingml/2006/main">
              <a:ext uri="{FF2B5EF4-FFF2-40B4-BE49-F238E27FC236}">
                <a16:creationId xmlns:a16="http://schemas.microsoft.com/office/drawing/2014/main" id="{BA512BDF-80A7-4B01-BA80-2564FF9D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показать назначение точки и право уйти</a:t>
            </a:r>
          </a:p>
        </p:txBody>
      </p:sp>
      <p:sp>
        <p:nvSpPr>
          <p:cNvPr id="13" name="shot-35b">
            <a:extLst xmlns:a="http://schemas.openxmlformats.org/drawingml/2006/main">
              <a:ext uri="{FF2B5EF4-FFF2-40B4-BE49-F238E27FC236}">
                <a16:creationId xmlns:a16="http://schemas.microsoft.com/office/drawing/2014/main" id="{107FC01F-11B4-4066-B2DE-94F17071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5b-label">
            <a:extLst xmlns:a="http://schemas.openxmlformats.org/drawingml/2006/main">
              <a:ext uri="{FF2B5EF4-FFF2-40B4-BE49-F238E27FC236}">
                <a16:creationId xmlns:a16="http://schemas.microsoft.com/office/drawing/2014/main" id="{1C0306B7-ECEF-4271-BEB3-6CB74493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01 · RULE PANEL</a:t>
            </a:r>
          </a:p>
        </p:txBody>
      </p:sp>
      <p:sp>
        <p:nvSpPr>
          <p:cNvPr id="15" name="shot-35b-brief">
            <a:extLst xmlns:a="http://schemas.openxmlformats.org/drawingml/2006/main">
              <a:ext uri="{FF2B5EF4-FFF2-40B4-BE49-F238E27FC236}">
                <a16:creationId xmlns:a16="http://schemas.microsoft.com/office/drawing/2014/main" id="{3989C194-83C5-4CFC-98B1-C22E915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Входная панель правил целиком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95D3C86-A23C-470A-8F30-18EB129C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5b-spec">
            <a:extLst xmlns:a="http://schemas.openxmlformats.org/drawingml/2006/main">
              <a:ext uri="{FF2B5EF4-FFF2-40B4-BE49-F238E27FC236}">
                <a16:creationId xmlns:a16="http://schemas.microsoft.com/office/drawing/2014/main" id="{5011566F-D6C8-4844-84BD-AAF0D62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фронтально · без перспективы</a:t>
            </a:r>
          </a:p>
        </p:txBody>
      </p:sp>
      <p:sp>
        <p:nvSpPr>
          <p:cNvPr id="18" name="shot-35b-purpose">
            <a:extLst xmlns:a="http://schemas.openxmlformats.org/drawingml/2006/main">
              <a:ext uri="{FF2B5EF4-FFF2-40B4-BE49-F238E27FC236}">
                <a16:creationId xmlns:a16="http://schemas.microsoft.com/office/drawing/2014/main" id="{489A399E-5748-46F6-8549-05CE07D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язык, порядок и доступность</a:t>
            </a:r>
          </a:p>
        </p:txBody>
      </p:sp>
      <p:sp>
        <p:nvSpPr>
          <p:cNvPr id="19" name="shot-35c">
            <a:extLst xmlns:a="http://schemas.openxmlformats.org/drawingml/2006/main">
              <a:ext uri="{FF2B5EF4-FFF2-40B4-BE49-F238E27FC236}">
                <a16:creationId xmlns:a16="http://schemas.microsoft.com/office/drawing/2014/main" id="{98C73791-D448-4984-B6D1-A719501C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24300"/>
            <a:ext cx="382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35c-label">
            <a:extLst xmlns:a="http://schemas.openxmlformats.org/drawingml/2006/main">
              <a:ext uri="{FF2B5EF4-FFF2-40B4-BE49-F238E27FC236}">
                <a16:creationId xmlns:a16="http://schemas.microsoft.com/office/drawing/2014/main" id="{02F1D1DF-BE96-42D1-9D82-1BC61026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DETAIL 02 · ACCESS</a:t>
            </a:r>
          </a:p>
        </p:txBody>
      </p:sp>
      <p:sp>
        <p:nvSpPr>
          <p:cNvPr id="21" name="shot-35c-brief">
            <a:extLst xmlns:a="http://schemas.openxmlformats.org/drawingml/2006/main">
              <a:ext uri="{FF2B5EF4-FFF2-40B4-BE49-F238E27FC236}">
                <a16:creationId xmlns:a16="http://schemas.microsoft.com/office/drawing/2014/main" id="{D9D4BB39-52F7-4D12-93E6-BC09CFB7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Языки, доступность и путь к помощи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0496B7E5-3FC7-4FD2-83DE-AD6DC86C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35c-spec">
            <a:extLst xmlns:a="http://schemas.openxmlformats.org/drawingml/2006/main">
              <a:ext uri="{FF2B5EF4-FFF2-40B4-BE49-F238E27FC236}">
                <a16:creationId xmlns:a16="http://schemas.microsoft.com/office/drawing/2014/main" id="{081B0195-27A0-4DFA-A900-AEA5177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крупный план · уровень глаз</a:t>
            </a:r>
          </a:p>
        </p:txBody>
      </p:sp>
      <p:sp>
        <p:nvSpPr>
          <p:cNvPr id="24" name="shot-35c-purpose">
            <a:extLst xmlns:a="http://schemas.openxmlformats.org/drawingml/2006/main">
              <a:ext uri="{FF2B5EF4-FFF2-40B4-BE49-F238E27FC236}">
                <a16:creationId xmlns:a16="http://schemas.microsoft.com/office/drawing/2014/main" id="{9C5F3CE4-89AF-471A-95C9-BB62A4E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53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найти помощь до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156848126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934203-B6D2-4671-82FA-4D2ADAFF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SPACE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E14AA8C-1C58-4FCD-A309-8C4F74C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6AA56-089C-46F8-B1C4-F147D73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Карта классов идёт раньше ассортимента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ECDE91F-2CE9-473C-9D18-2DDCFD3C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0E0FFB1-FAAF-4AFB-A617-45D4F881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60264AE-6EC8-4975-86C4-CCAEA925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36 / 55</a:t>
            </a:r>
          </a:p>
        </p:txBody>
      </p:sp>
      <p:sp>
        <p:nvSpPr>
          <p:cNvPr id="7" name="shot-36a">
            <a:extLst xmlns:a="http://schemas.openxmlformats.org/drawingml/2006/main">
              <a:ext uri="{FF2B5EF4-FFF2-40B4-BE49-F238E27FC236}">
                <a16:creationId xmlns:a16="http://schemas.microsoft.com/office/drawing/2014/main" id="{CDE232AE-36C9-4BC1-B94B-AF776709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6a-label">
            <a:extLst xmlns:a="http://schemas.openxmlformats.org/drawingml/2006/main">
              <a:ext uri="{FF2B5EF4-FFF2-40B4-BE49-F238E27FC236}">
                <a16:creationId xmlns:a16="http://schemas.microsoft.com/office/drawing/2014/main" id="{F25B5DF0-1A4A-465F-A37B-9DE1ED35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03 · CLASS MAP</a:t>
            </a:r>
          </a:p>
        </p:txBody>
      </p:sp>
      <p:sp>
        <p:nvSpPr>
          <p:cNvPr id="9" name="shot-36a-brief">
            <a:extLst xmlns:a="http://schemas.openxmlformats.org/drawingml/2006/main">
              <a:ext uri="{FF2B5EF4-FFF2-40B4-BE49-F238E27FC236}">
                <a16:creationId xmlns:a16="http://schemas.microsoft.com/office/drawing/2014/main" id="{CBF0F439-21B6-4B48-8624-78683AC6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Карта классов и общий принцип риска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43DEC11-971A-40A6-BD4C-BAD426D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6a-spec">
            <a:extLst xmlns:a="http://schemas.openxmlformats.org/drawingml/2006/main">
              <a:ext uri="{FF2B5EF4-FFF2-40B4-BE49-F238E27FC236}">
                <a16:creationId xmlns:a16="http://schemas.microsoft.com/office/drawing/2014/main" id="{23B59B4D-3A30-495A-BFE2-89E4215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фронтально · полный модуль в кадре</a:t>
            </a:r>
          </a:p>
        </p:txBody>
      </p:sp>
      <p:sp>
        <p:nvSpPr>
          <p:cNvPr id="12" name="shot-36a-purpose">
            <a:extLst xmlns:a="http://schemas.openxmlformats.org/drawingml/2006/main">
              <a:ext uri="{FF2B5EF4-FFF2-40B4-BE49-F238E27FC236}">
                <a16:creationId xmlns:a16="http://schemas.microsoft.com/office/drawing/2014/main" id="{F049238E-CB8D-4326-9658-82888227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понять классификацию до списка типов</a:t>
            </a:r>
          </a:p>
        </p:txBody>
      </p:sp>
      <p:sp>
        <p:nvSpPr>
          <p:cNvPr id="13" name="shot-36b">
            <a:extLst xmlns:a="http://schemas.openxmlformats.org/drawingml/2006/main">
              <a:ext uri="{FF2B5EF4-FFF2-40B4-BE49-F238E27FC236}">
                <a16:creationId xmlns:a16="http://schemas.microsoft.com/office/drawing/2014/main" id="{231196BF-8423-4770-A025-FB17F53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6b-label">
            <a:extLst xmlns:a="http://schemas.openxmlformats.org/drawingml/2006/main">
              <a:ext uri="{FF2B5EF4-FFF2-40B4-BE49-F238E27FC236}">
                <a16:creationId xmlns:a16="http://schemas.microsoft.com/office/drawing/2014/main" id="{81EC4328-D699-4654-A8F2-C5ABD238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04 · SELF INFO</a:t>
            </a:r>
          </a:p>
        </p:txBody>
      </p:sp>
      <p:sp>
        <p:nvSpPr>
          <p:cNvPr id="15" name="shot-36b-brief">
            <a:extLst xmlns:a="http://schemas.openxmlformats.org/drawingml/2006/main">
              <a:ext uri="{FF2B5EF4-FFF2-40B4-BE49-F238E27FC236}">
                <a16:creationId xmlns:a16="http://schemas.microsoft.com/office/drawing/2014/main" id="{B78FF57E-63F6-49BD-9778-EFF3DB2D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Стойка самостоятельной информации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FCB565C-99DD-4667-ADED-B43A41EB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6b-spec">
            <a:extLst xmlns:a="http://schemas.openxmlformats.org/drawingml/2006/main">
              <a:ext uri="{FF2B5EF4-FFF2-40B4-BE49-F238E27FC236}">
                <a16:creationId xmlns:a16="http://schemas.microsoft.com/office/drawing/2014/main" id="{C495414A-B20D-4AD5-995A-C52B64C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3/4 · камера 1,45 м · без продукта</a:t>
            </a:r>
          </a:p>
        </p:txBody>
      </p:sp>
      <p:sp>
        <p:nvSpPr>
          <p:cNvPr id="18" name="shot-36b-purpose">
            <a:extLst xmlns:a="http://schemas.openxmlformats.org/drawingml/2006/main">
              <a:ext uri="{FF2B5EF4-FFF2-40B4-BE49-F238E27FC236}">
                <a16:creationId xmlns:a16="http://schemas.microsoft.com/office/drawing/2014/main" id="{B1E748D6-44C2-4A12-9E7B-ECA56B9A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получить информацию без обращения и покупки</a:t>
            </a:r>
          </a:p>
        </p:txBody>
      </p:sp>
    </p:spTree>
    <p:extLst>
      <p:ext uri="{BB962C8B-B14F-4D97-AF65-F5344CB8AC3E}">
        <p14:creationId xmlns:p14="http://schemas.microsoft.com/office/powerpoint/2010/main" val="268254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530C3CB-6B41-48A1-851B-53897010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SPACE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0326C64-A445-412B-9163-947BD83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638899-058A-4C45-84A3-B016E9E0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Очередь без стимулов, консультация без VIP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A8D4CFD-9E4D-44E4-9708-65B464B7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8EB3C21F-BDC8-4D0A-830C-D95CCE81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741F32A-A04C-4957-90D6-0E9241D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37 / 55</a:t>
            </a:r>
          </a:p>
        </p:txBody>
      </p:sp>
      <p:sp>
        <p:nvSpPr>
          <p:cNvPr id="7" name="shot-37a">
            <a:extLst xmlns:a="http://schemas.openxmlformats.org/drawingml/2006/main">
              <a:ext uri="{FF2B5EF4-FFF2-40B4-BE49-F238E27FC236}">
                <a16:creationId xmlns:a16="http://schemas.microsoft.com/office/drawing/2014/main" id="{9243BDE8-C29A-4ABE-A0AD-2DC8A33F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7a-label">
            <a:extLst xmlns:a="http://schemas.openxmlformats.org/drawingml/2006/main">
              <a:ext uri="{FF2B5EF4-FFF2-40B4-BE49-F238E27FC236}">
                <a16:creationId xmlns:a16="http://schemas.microsoft.com/office/drawing/2014/main" id="{83E0717F-1A96-4CE3-8357-1AA99002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05 · QUEUE</a:t>
            </a:r>
          </a:p>
        </p:txBody>
      </p:sp>
      <p:sp>
        <p:nvSpPr>
          <p:cNvPr id="9" name="shot-37a-brief">
            <a:extLst xmlns:a="http://schemas.openxmlformats.org/drawingml/2006/main">
              <a:ext uri="{FF2B5EF4-FFF2-40B4-BE49-F238E27FC236}">
                <a16:creationId xmlns:a16="http://schemas.microsoft.com/office/drawing/2014/main" id="{B12EE0B2-FBBE-4FA7-886D-706D0B8B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Очередь без продукта и кассовых стимулов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2A8CE13-99EF-4CD8-A97D-FAC8D00A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7a-spec">
            <a:extLst xmlns:a="http://schemas.openxmlformats.org/drawingml/2006/main">
              <a:ext uri="{FF2B5EF4-FFF2-40B4-BE49-F238E27FC236}">
                <a16:creationId xmlns:a16="http://schemas.microsoft.com/office/drawing/2014/main" id="{417020B6-E9CC-4E04-B23D-13ED6D8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широкий вид 24 мм · камера 1,55 м</a:t>
            </a:r>
          </a:p>
        </p:txBody>
      </p:sp>
      <p:sp>
        <p:nvSpPr>
          <p:cNvPr id="12" name="shot-37a-purpose">
            <a:extLst xmlns:a="http://schemas.openxmlformats.org/drawingml/2006/main">
              <a:ext uri="{FF2B5EF4-FFF2-40B4-BE49-F238E27FC236}">
                <a16:creationId xmlns:a16="http://schemas.microsoft.com/office/drawing/2014/main" id="{0D4C009F-E736-4958-B94E-FB3FEFA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маршрут, ожидание и отсутствие срочности</a:t>
            </a:r>
          </a:p>
        </p:txBody>
      </p:sp>
      <p:sp>
        <p:nvSpPr>
          <p:cNvPr id="13" name="shot-37b">
            <a:extLst xmlns:a="http://schemas.openxmlformats.org/drawingml/2006/main">
              <a:ext uri="{FF2B5EF4-FFF2-40B4-BE49-F238E27FC236}">
                <a16:creationId xmlns:a16="http://schemas.microsoft.com/office/drawing/2014/main" id="{0100227E-2462-4694-886B-0A4D0EC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7b-label">
            <a:extLst xmlns:a="http://schemas.openxmlformats.org/drawingml/2006/main">
              <a:ext uri="{FF2B5EF4-FFF2-40B4-BE49-F238E27FC236}">
                <a16:creationId xmlns:a16="http://schemas.microsoft.com/office/drawing/2014/main" id="{77071709-BFF5-4779-8C3F-29D03B8B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06 · CONSULTATION</a:t>
            </a:r>
          </a:p>
        </p:txBody>
      </p:sp>
      <p:sp>
        <p:nvSpPr>
          <p:cNvPr id="15" name="shot-37b-brief">
            <a:extLst xmlns:a="http://schemas.openxmlformats.org/drawingml/2006/main">
              <a:ext uri="{FF2B5EF4-FFF2-40B4-BE49-F238E27FC236}">
                <a16:creationId xmlns:a16="http://schemas.microsoft.com/office/drawing/2014/main" id="{8560B734-FEB6-42D1-B374-B3ECE5A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Приватная точка в поле безопасной видимости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72256BB7-CCD2-4017-B1C9-45C5FE28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7b-spec">
            <a:extLst xmlns:a="http://schemas.openxmlformats.org/drawingml/2006/main">
              <a:ext uri="{FF2B5EF4-FFF2-40B4-BE49-F238E27FC236}">
                <a16:creationId xmlns:a16="http://schemas.microsoft.com/office/drawing/2014/main" id="{8ADC81BA-AF36-4E0C-B2A8-1E1B2B19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3/4 со стороны общего маршрута</a:t>
            </a:r>
          </a:p>
        </p:txBody>
      </p:sp>
      <p:sp>
        <p:nvSpPr>
          <p:cNvPr id="18" name="shot-37b-purpose">
            <a:extLst xmlns:a="http://schemas.openxmlformats.org/drawingml/2006/main">
              <a:ext uri="{FF2B5EF4-FFF2-40B4-BE49-F238E27FC236}">
                <a16:creationId xmlns:a16="http://schemas.microsoft.com/office/drawing/2014/main" id="{B309A008-C8CE-419F-877E-34C6950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показать приватность без статуса и изоляции</a:t>
            </a:r>
          </a:p>
        </p:txBody>
      </p:sp>
    </p:spTree>
    <p:extLst>
      <p:ext uri="{BB962C8B-B14F-4D97-AF65-F5344CB8AC3E}">
        <p14:creationId xmlns:p14="http://schemas.microsoft.com/office/powerpoint/2010/main" val="16571623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C91C26C-1B10-4BC1-8681-5BB0BFF4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SPACE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2EA2F05-96AD-4686-AE60-632612C8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192F3-B31C-4528-9289-EBE808E5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Выдача — процедура, хранение — система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C717D56-07EF-40DD-9ECA-910CBBC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D6DF02B4-6279-496C-BB68-9ECE260B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D97B09-6D48-40CF-8146-31124555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38 / 55</a:t>
            </a:r>
          </a:p>
        </p:txBody>
      </p:sp>
      <p:sp>
        <p:nvSpPr>
          <p:cNvPr id="7" name="shot-38a">
            <a:extLst xmlns:a="http://schemas.openxmlformats.org/drawingml/2006/main">
              <a:ext uri="{FF2B5EF4-FFF2-40B4-BE49-F238E27FC236}">
                <a16:creationId xmlns:a16="http://schemas.microsoft.com/office/drawing/2014/main" id="{7AC4E648-CC3B-4525-9F7B-A0AAA9D8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8a-label">
            <a:extLst xmlns:a="http://schemas.openxmlformats.org/drawingml/2006/main">
              <a:ext uri="{FF2B5EF4-FFF2-40B4-BE49-F238E27FC236}">
                <a16:creationId xmlns:a16="http://schemas.microsoft.com/office/drawing/2014/main" id="{F743CDC8-1614-40F2-998D-5FD6C95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07 · ISSUANCE</a:t>
            </a:r>
          </a:p>
        </p:txBody>
      </p:sp>
      <p:sp>
        <p:nvSpPr>
          <p:cNvPr id="9" name="shot-38a-brief">
            <a:extLst xmlns:a="http://schemas.openxmlformats.org/drawingml/2006/main">
              <a:ext uri="{FF2B5EF4-FFF2-40B4-BE49-F238E27FC236}">
                <a16:creationId xmlns:a16="http://schemas.microsoft.com/office/drawing/2014/main" id="{BA09FC27-C589-43E6-A9D3-D951F0EC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Рабочее место проверки и выдачи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D50D652-3D41-46AD-BB36-465FF6F1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8a-spec">
            <a:extLst xmlns:a="http://schemas.openxmlformats.org/drawingml/2006/main">
              <a:ext uri="{FF2B5EF4-FFF2-40B4-BE49-F238E27FC236}">
                <a16:creationId xmlns:a16="http://schemas.microsoft.com/office/drawing/2014/main" id="{6B2296E3-1FB3-4586-8B11-1A6B3785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фронт человека · экран вне чужого обзора</a:t>
            </a:r>
          </a:p>
        </p:txBody>
      </p:sp>
      <p:sp>
        <p:nvSpPr>
          <p:cNvPr id="12" name="shot-38a-purpose">
            <a:extLst xmlns:a="http://schemas.openxmlformats.org/drawingml/2006/main">
              <a:ext uri="{FF2B5EF4-FFF2-40B4-BE49-F238E27FC236}">
                <a16:creationId xmlns:a16="http://schemas.microsoft.com/office/drawing/2014/main" id="{5F092E03-ED3A-4A69-B984-BA7E0611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подтверждение имени, единицы и количества</a:t>
            </a:r>
          </a:p>
        </p:txBody>
      </p:sp>
      <p:sp>
        <p:nvSpPr>
          <p:cNvPr id="13" name="shot-38b">
            <a:extLst xmlns:a="http://schemas.openxmlformats.org/drawingml/2006/main">
              <a:ext uri="{FF2B5EF4-FFF2-40B4-BE49-F238E27FC236}">
                <a16:creationId xmlns:a16="http://schemas.microsoft.com/office/drawing/2014/main" id="{4D13DE17-8F1C-4B2F-94FE-73D5AB15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8b-label">
            <a:extLst xmlns:a="http://schemas.openxmlformats.org/drawingml/2006/main">
              <a:ext uri="{FF2B5EF4-FFF2-40B4-BE49-F238E27FC236}">
                <a16:creationId xmlns:a16="http://schemas.microsoft.com/office/drawing/2014/main" id="{84FCCF63-E42F-43AE-995E-E0BCBA0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08 · STORAGE</a:t>
            </a:r>
          </a:p>
        </p:txBody>
      </p:sp>
      <p:sp>
        <p:nvSpPr>
          <p:cNvPr id="15" name="shot-38b-brief">
            <a:extLst xmlns:a="http://schemas.openxmlformats.org/drawingml/2006/main">
              <a:ext uri="{FF2B5EF4-FFF2-40B4-BE49-F238E27FC236}">
                <a16:creationId xmlns:a16="http://schemas.microsoft.com/office/drawing/2014/main" id="{9FFA242E-1396-4D04-ABAE-50D2DB1C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Закрытое хранение и техническая сортировка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BCB1CE8-E4FC-40F5-8349-C8BAD08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8b-spec">
            <a:extLst xmlns:a="http://schemas.openxmlformats.org/drawingml/2006/main">
              <a:ext uri="{FF2B5EF4-FFF2-40B4-BE49-F238E27FC236}">
                <a16:creationId xmlns:a16="http://schemas.microsoft.com/office/drawing/2014/main" id="{10FB6C3B-B9CF-4D98-8B3B-537BA26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со стороны сотрудника · 35 мм</a:t>
            </a:r>
          </a:p>
        </p:txBody>
      </p:sp>
      <p:sp>
        <p:nvSpPr>
          <p:cNvPr id="18" name="shot-38b-purpose">
            <a:extLst xmlns:a="http://schemas.openxmlformats.org/drawingml/2006/main">
              <a:ext uri="{FF2B5EF4-FFF2-40B4-BE49-F238E27FC236}">
                <a16:creationId xmlns:a16="http://schemas.microsoft.com/office/drawing/2014/main" id="{05A012E9-7D14-4E6A-86E6-49CAFC6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исключить витрину, facing и ранжирование по марже</a:t>
            </a:r>
          </a:p>
        </p:txBody>
      </p:sp>
    </p:spTree>
    <p:extLst>
      <p:ext uri="{BB962C8B-B14F-4D97-AF65-F5344CB8AC3E}">
        <p14:creationId xmlns:p14="http://schemas.microsoft.com/office/powerpoint/2010/main" val="69140776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92ABA11-6884-4CE6-9A25-63074FAE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SPACE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F177501-5DF1-463B-9A75-89B918FD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02DC7C-D91E-47BA-8007-F3ECF957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Выход возвращает человеку контроль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A90C2FA-7F95-483B-AD86-BEA64D11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EBE75304-B289-49A0-A8E4-910EF9E8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8861B4D-F239-4585-9E6A-42510C0D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39 / 55</a:t>
            </a:r>
          </a:p>
        </p:txBody>
      </p:sp>
      <p:sp>
        <p:nvSpPr>
          <p:cNvPr id="7" name="shot-39a">
            <a:extLst xmlns:a="http://schemas.openxmlformats.org/drawingml/2006/main">
              <a:ext uri="{FF2B5EF4-FFF2-40B4-BE49-F238E27FC236}">
                <a16:creationId xmlns:a16="http://schemas.microsoft.com/office/drawing/2014/main" id="{2688BE81-574C-459A-A641-EF1EF695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39a-label">
            <a:extLst xmlns:a="http://schemas.openxmlformats.org/drawingml/2006/main">
              <a:ext uri="{FF2B5EF4-FFF2-40B4-BE49-F238E27FC236}">
                <a16:creationId xmlns:a16="http://schemas.microsoft.com/office/drawing/2014/main" id="{0E89CCF6-665C-4B1E-B894-0B501705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SPACE 09 · EXIT</a:t>
            </a:r>
          </a:p>
        </p:txBody>
      </p:sp>
      <p:sp>
        <p:nvSpPr>
          <p:cNvPr id="9" name="shot-39a-brief">
            <a:extLst xmlns:a="http://schemas.openxmlformats.org/drawingml/2006/main">
              <a:ext uri="{FF2B5EF4-FFF2-40B4-BE49-F238E27FC236}">
                <a16:creationId xmlns:a16="http://schemas.microsoft.com/office/drawing/2014/main" id="{4FA2D33A-26CD-4F7A-BF82-A5AD61B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Панель помощи, отзыва и жалобы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A3FD4DB-3DB1-4798-A783-C74B6E24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39a-spec">
            <a:extLst xmlns:a="http://schemas.openxmlformats.org/drawingml/2006/main">
              <a:ext uri="{FF2B5EF4-FFF2-40B4-BE49-F238E27FC236}">
                <a16:creationId xmlns:a16="http://schemas.microsoft.com/office/drawing/2014/main" id="{1120C8AD-D39E-483A-B7D4-D4CD68C8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фронтально · вид с маршрута выхода</a:t>
            </a:r>
          </a:p>
        </p:txBody>
      </p:sp>
      <p:sp>
        <p:nvSpPr>
          <p:cNvPr id="12" name="shot-39a-purpose">
            <a:extLst xmlns:a="http://schemas.openxmlformats.org/drawingml/2006/main">
              <a:ext uri="{FF2B5EF4-FFF2-40B4-BE49-F238E27FC236}">
                <a16:creationId xmlns:a16="http://schemas.microsoft.com/office/drawing/2014/main" id="{57CBE25F-3E80-474C-871F-E0C7CC90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найти следующий шаг без приглашения вернуться</a:t>
            </a:r>
          </a:p>
        </p:txBody>
      </p:sp>
      <p:sp>
        <p:nvSpPr>
          <p:cNvPr id="13" name="shot-39b">
            <a:extLst xmlns:a="http://schemas.openxmlformats.org/drawingml/2006/main">
              <a:ext uri="{FF2B5EF4-FFF2-40B4-BE49-F238E27FC236}">
                <a16:creationId xmlns:a16="http://schemas.microsoft.com/office/drawing/2014/main" id="{F2FB75B1-74C4-4700-8F42-AE99D0D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39b-label">
            <a:extLst xmlns:a="http://schemas.openxmlformats.org/drawingml/2006/main">
              <a:ext uri="{FF2B5EF4-FFF2-40B4-BE49-F238E27FC236}">
                <a16:creationId xmlns:a16="http://schemas.microsoft.com/office/drawing/2014/main" id="{362F8C40-EA13-485A-B23D-88CAA1F6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SERVICE DETAIL · HANDOFF</a:t>
            </a:r>
          </a:p>
        </p:txBody>
      </p:sp>
      <p:sp>
        <p:nvSpPr>
          <p:cNvPr id="15" name="shot-39b-brief">
            <a:extLst xmlns:a="http://schemas.openxmlformats.org/drawingml/2006/main">
              <a:ext uri="{FF2B5EF4-FFF2-40B4-BE49-F238E27FC236}">
                <a16:creationId xmlns:a16="http://schemas.microsoft.com/office/drawing/2014/main" id="{07A81A9B-7CC7-4BA2-9015-5DD0965E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Нейтральная передача упаковки и чека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A27CB344-788B-422F-8496-29E44AC1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39b-spec">
            <a:extLst xmlns:a="http://schemas.openxmlformats.org/drawingml/2006/main">
              <a:ext uri="{FF2B5EF4-FFF2-40B4-BE49-F238E27FC236}">
                <a16:creationId xmlns:a16="http://schemas.microsoft.com/office/drawing/2014/main" id="{49A8F3CB-4F6B-490F-8086-C1D2EE94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уровень рабочей поверхности · без product hero</a:t>
            </a:r>
          </a:p>
        </p:txBody>
      </p:sp>
      <p:sp>
        <p:nvSpPr>
          <p:cNvPr id="18" name="shot-39b-purpose">
            <a:extLst xmlns:a="http://schemas.openxmlformats.org/drawingml/2006/main">
              <a:ext uri="{FF2B5EF4-FFF2-40B4-BE49-F238E27FC236}">
                <a16:creationId xmlns:a16="http://schemas.microsoft.com/office/drawing/2014/main" id="{A24B1521-63DB-497C-8981-714F65AC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показать завершение без ритуала и поздравления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0945409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EE182D7-6882-43D5-83F9-1AAC3ACD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SPACE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593A74A-05BD-4D8C-BE27-7D1ED548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3085A1-060B-413C-8FF8-9829631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Один план связывает девять зон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43DF695-1B72-4AD2-8F7A-47553160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0F214BFB-B834-4251-BC14-476749F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07E14D9-14BA-4CDD-82C6-17A01905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40 / 55</a:t>
            </a:r>
          </a:p>
        </p:txBody>
      </p:sp>
      <p:sp>
        <p:nvSpPr>
          <p:cNvPr id="7" name="shot-40a">
            <a:extLst xmlns:a="http://schemas.openxmlformats.org/drawingml/2006/main">
              <a:ext uri="{FF2B5EF4-FFF2-40B4-BE49-F238E27FC236}">
                <a16:creationId xmlns:a16="http://schemas.microsoft.com/office/drawing/2014/main" id="{3CA03109-3CEB-4658-AE2B-A580F057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0a-label">
            <a:extLst xmlns:a="http://schemas.openxmlformats.org/drawingml/2006/main">
              <a:ext uri="{FF2B5EF4-FFF2-40B4-BE49-F238E27FC236}">
                <a16:creationId xmlns:a16="http://schemas.microsoft.com/office/drawing/2014/main" id="{3496BD4F-4603-4630-90AE-F29D9A25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PLAN 01 · ROUTE</a:t>
            </a:r>
          </a:p>
        </p:txBody>
      </p:sp>
      <p:sp>
        <p:nvSpPr>
          <p:cNvPr id="9" name="shot-40a-brief">
            <a:extLst xmlns:a="http://schemas.openxmlformats.org/drawingml/2006/main">
              <a:ext uri="{FF2B5EF4-FFF2-40B4-BE49-F238E27FC236}">
                <a16:creationId xmlns:a16="http://schemas.microsoft.com/office/drawing/2014/main" id="{BB34B3E5-6522-4D4F-BF8B-0A9EBCA6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0553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План точки с зонами 1–9, маршрутом, линиями обзора и акустическими границами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2AA6B83-806B-4293-B791-540853D7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0a-spec">
            <a:extLst xmlns:a="http://schemas.openxmlformats.org/drawingml/2006/main">
              <a:ext uri="{FF2B5EF4-FFF2-40B4-BE49-F238E27FC236}">
                <a16:creationId xmlns:a16="http://schemas.microsoft.com/office/drawing/2014/main" id="{BAF5F970-D354-43D7-8064-785F0543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вид сверху · условный масштаб 1:100 · север и вход отмечены</a:t>
            </a:r>
          </a:p>
        </p:txBody>
      </p:sp>
      <p:sp>
        <p:nvSpPr>
          <p:cNvPr id="12" name="shot-40a-purpose">
            <a:extLst xmlns:a="http://schemas.openxmlformats.org/drawingml/2006/main">
              <a:ext uri="{FF2B5EF4-FFF2-40B4-BE49-F238E27FC236}">
                <a16:creationId xmlns:a16="http://schemas.microsoft.com/office/drawing/2014/main" id="{D0CF3C4E-68D0-40EF-AC1F-C3D4B68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последовательность без соблазняющего маршрута</a:t>
            </a:r>
          </a:p>
        </p:txBody>
      </p:sp>
    </p:spTree>
    <p:extLst>
      <p:ext uri="{BB962C8B-B14F-4D97-AF65-F5344CB8AC3E}">
        <p14:creationId xmlns:p14="http://schemas.microsoft.com/office/powerpoint/2010/main" val="31563969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245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BA3AAB1-AC65-4D18-9337-483DD9F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SOLUTION FRAMES · PRINTED MEDIA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EB0BEEA-3701-4AA6-BFF9-4E3FD624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Печатные носители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A2D5EBB9-1E82-44E3-B7D8-ABD7ABDA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Каждый предмет продолжает одну информационную грамматику и остаётся полезным вне покупки.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ED305FF-4D5E-4596-9783-52B9C431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8D72EC37-D5DF-4360-A5C8-BF269B6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486CF39-F742-4A72-B643-1A54A333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41 / 55</a:t>
            </a:r>
          </a:p>
        </p:txBody>
      </p:sp>
    </p:spTree>
    <p:extLst>
      <p:ext uri="{BB962C8B-B14F-4D97-AF65-F5344CB8AC3E}">
        <p14:creationId xmlns:p14="http://schemas.microsoft.com/office/powerpoint/2010/main" val="673573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FC5272-C685-4D32-BA66-CE05647B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PRINT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2C18EE5-E8AB-4B50-880D-8FCC36F8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EC29D7-DC5F-4725-B868-AF831C9E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продукта и сравнение равноправны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FE787E9-0A53-4203-99C2-E0C4481D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E225DC2-CECF-492B-A2B1-271EA55D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0D95E9B-294E-4C21-BECB-290102C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42 / 55</a:t>
            </a:r>
          </a:p>
        </p:txBody>
      </p:sp>
      <p:sp>
        <p:nvSpPr>
          <p:cNvPr id="7" name="shot-42a">
            <a:extLst xmlns:a="http://schemas.openxmlformats.org/drawingml/2006/main">
              <a:ext uri="{FF2B5EF4-FFF2-40B4-BE49-F238E27FC236}">
                <a16:creationId xmlns:a16="http://schemas.microsoft.com/office/drawing/2014/main" id="{8B95CB88-C8F9-4721-86FE-3EC8E3F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2a-label">
            <a:extLst xmlns:a="http://schemas.openxmlformats.org/drawingml/2006/main">
              <a:ext uri="{FF2B5EF4-FFF2-40B4-BE49-F238E27FC236}">
                <a16:creationId xmlns:a16="http://schemas.microsoft.com/office/drawing/2014/main" id="{6C49DA19-B013-496F-9322-2E713743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PRINT 01 · PRODUCT CARD</a:t>
            </a:r>
          </a:p>
        </p:txBody>
      </p:sp>
      <p:sp>
        <p:nvSpPr>
          <p:cNvPr id="9" name="shot-42a-brief">
            <a:extLst xmlns:a="http://schemas.openxmlformats.org/drawingml/2006/main">
              <a:ext uri="{FF2B5EF4-FFF2-40B4-BE49-F238E27FC236}">
                <a16:creationId xmlns:a16="http://schemas.microsoft.com/office/drawing/2014/main" id="{0DC92968-5D53-40B6-9A3E-9A9DC0DF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продукта: лицо и оборот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D46F419-B597-4172-8F10-B5686CD0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2a-spec">
            <a:extLst xmlns:a="http://schemas.openxmlformats.org/drawingml/2006/main">
              <a:ext uri="{FF2B5EF4-FFF2-40B4-BE49-F238E27FC236}">
                <a16:creationId xmlns:a16="http://schemas.microsoft.com/office/drawing/2014/main" id="{9F36E10D-C1B1-4F27-9D0D-5A9B3604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вид сверху 90° · обе стороны · без реквизита</a:t>
            </a:r>
          </a:p>
        </p:txBody>
      </p:sp>
      <p:sp>
        <p:nvSpPr>
          <p:cNvPr id="12" name="shot-42a-purpose">
            <a:extLst xmlns:a="http://schemas.openxmlformats.org/drawingml/2006/main">
              <a:ext uri="{FF2B5EF4-FFF2-40B4-BE49-F238E27FC236}">
                <a16:creationId xmlns:a16="http://schemas.microsoft.com/office/drawing/2014/main" id="{8D2F4834-9865-4EEB-87F7-4882922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повторить класс, содержание, риск, режим и помощь</a:t>
            </a:r>
          </a:p>
        </p:txBody>
      </p:sp>
      <p:sp>
        <p:nvSpPr>
          <p:cNvPr id="13" name="shot-42b">
            <a:extLst xmlns:a="http://schemas.openxmlformats.org/drawingml/2006/main">
              <a:ext uri="{FF2B5EF4-FFF2-40B4-BE49-F238E27FC236}">
                <a16:creationId xmlns:a16="http://schemas.microsoft.com/office/drawing/2014/main" id="{9F205145-5F02-4783-908F-3B371F3E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42b-label">
            <a:extLst xmlns:a="http://schemas.openxmlformats.org/drawingml/2006/main">
              <a:ext uri="{FF2B5EF4-FFF2-40B4-BE49-F238E27FC236}">
                <a16:creationId xmlns:a16="http://schemas.microsoft.com/office/drawing/2014/main" id="{17C18618-4648-47DD-827C-DA661CAC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PRINT 02 · COMPARISON</a:t>
            </a:r>
          </a:p>
        </p:txBody>
      </p:sp>
      <p:sp>
        <p:nvSpPr>
          <p:cNvPr id="15" name="shot-42b-brief">
            <a:extLst xmlns:a="http://schemas.openxmlformats.org/drawingml/2006/main">
              <a:ext uri="{FF2B5EF4-FFF2-40B4-BE49-F238E27FC236}">
                <a16:creationId xmlns:a16="http://schemas.microsoft.com/office/drawing/2014/main" id="{51D6AF85-84AB-4B16-8D9C-88D9EDCA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сравнения двух форм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33D9070C-DFE2-4183-882F-02D8F493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42b-spec">
            <a:extLst xmlns:a="http://schemas.openxmlformats.org/drawingml/2006/main">
              <a:ext uri="{FF2B5EF4-FFF2-40B4-BE49-F238E27FC236}">
                <a16:creationId xmlns:a16="http://schemas.microsoft.com/office/drawing/2014/main" id="{00F9878D-AA9F-4ED4-B6F9-F7A72FC4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вид сверху 90° · симметрия 6/6</a:t>
            </a:r>
          </a:p>
        </p:txBody>
      </p:sp>
      <p:sp>
        <p:nvSpPr>
          <p:cNvPr id="18" name="shot-42b-purpose">
            <a:extLst xmlns:a="http://schemas.openxmlformats.org/drawingml/2006/main">
              <a:ext uri="{FF2B5EF4-FFF2-40B4-BE49-F238E27FC236}">
                <a16:creationId xmlns:a16="http://schemas.microsoft.com/office/drawing/2014/main" id="{2F740816-62F2-48DF-A1CA-EAFE96FB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дать равное представление без победителя</a:t>
            </a:r>
          </a:p>
        </p:txBody>
      </p:sp>
    </p:spTree>
    <p:extLst>
      <p:ext uri="{BB962C8B-B14F-4D97-AF65-F5344CB8AC3E}">
        <p14:creationId xmlns:p14="http://schemas.microsoft.com/office/powerpoint/2010/main" val="60367242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FBA587-4F6D-423D-8FCB-3B50DA1A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PRINT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674F1DE-8BED-4A84-B09A-4D0AA7B0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D4336B-F0A4-4A62-AE49-DB76EC91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Чек, отказ, помощь и отзыв — одна процедура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5822D0F-6B0C-408D-914E-8BDA1F1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F33F1AB1-5EE1-495E-B8F6-BC86B317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01B31AD-D066-44BD-836C-21BE332E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43 / 55</a:t>
            </a:r>
          </a:p>
        </p:txBody>
      </p:sp>
      <p:sp>
        <p:nvSpPr>
          <p:cNvPr id="7" name="shot-43a">
            <a:extLst xmlns:a="http://schemas.openxmlformats.org/drawingml/2006/main">
              <a:ext uri="{FF2B5EF4-FFF2-40B4-BE49-F238E27FC236}">
                <a16:creationId xmlns:a16="http://schemas.microsoft.com/office/drawing/2014/main" id="{9357791A-BE93-485F-A38C-C504836E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3a-label">
            <a:extLst xmlns:a="http://schemas.openxmlformats.org/drawingml/2006/main">
              <a:ext uri="{FF2B5EF4-FFF2-40B4-BE49-F238E27FC236}">
                <a16:creationId xmlns:a16="http://schemas.microsoft.com/office/drawing/2014/main" id="{DCFD5509-654A-49DF-9334-CE10B404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PRINT 03 · RECEIPT</a:t>
            </a:r>
          </a:p>
        </p:txBody>
      </p:sp>
      <p:sp>
        <p:nvSpPr>
          <p:cNvPr id="9" name="shot-43a-brief">
            <a:extLst xmlns:a="http://schemas.openxmlformats.org/drawingml/2006/main">
              <a:ext uri="{FF2B5EF4-FFF2-40B4-BE49-F238E27FC236}">
                <a16:creationId xmlns:a16="http://schemas.microsoft.com/office/drawing/2014/main" id="{BD5732E9-A9F8-42EF-B092-776CA207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Чек с продуктовой записью и партией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790D29C-BEEB-4E5E-B2C7-7A0D597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3a-spec">
            <a:extLst xmlns:a="http://schemas.openxmlformats.org/drawingml/2006/main">
              <a:ext uri="{FF2B5EF4-FFF2-40B4-BE49-F238E27FC236}">
                <a16:creationId xmlns:a16="http://schemas.microsoft.com/office/drawing/2014/main" id="{61F63C33-9B81-45D9-B1F5-83628A16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вид сверху · полный формат</a:t>
            </a:r>
          </a:p>
        </p:txBody>
      </p:sp>
      <p:sp>
        <p:nvSpPr>
          <p:cNvPr id="12" name="shot-43a-purpose">
            <a:extLst xmlns:a="http://schemas.openxmlformats.org/drawingml/2006/main">
              <a:ext uri="{FF2B5EF4-FFF2-40B4-BE49-F238E27FC236}">
                <a16:creationId xmlns:a16="http://schemas.microsoft.com/office/drawing/2014/main" id="{96D94153-6A48-41F2-AD44-7A0FCB5A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зафиксировать операцию без купона</a:t>
            </a:r>
          </a:p>
        </p:txBody>
      </p:sp>
      <p:sp>
        <p:nvSpPr>
          <p:cNvPr id="13" name="shot-43b">
            <a:extLst xmlns:a="http://schemas.openxmlformats.org/drawingml/2006/main">
              <a:ext uri="{FF2B5EF4-FFF2-40B4-BE49-F238E27FC236}">
                <a16:creationId xmlns:a16="http://schemas.microsoft.com/office/drawing/2014/main" id="{96D2D55C-ADC1-48FD-B79B-0EACBBF5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43b-label">
            <a:extLst xmlns:a="http://schemas.openxmlformats.org/drawingml/2006/main">
              <a:ext uri="{FF2B5EF4-FFF2-40B4-BE49-F238E27FC236}">
                <a16:creationId xmlns:a16="http://schemas.microsoft.com/office/drawing/2014/main" id="{7864B21F-52B7-4EFF-8BC2-08E7F61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PRINT 04 · REFUSAL</a:t>
            </a:r>
          </a:p>
        </p:txBody>
      </p:sp>
      <p:sp>
        <p:nvSpPr>
          <p:cNvPr id="15" name="shot-43b-brief">
            <a:extLst xmlns:a="http://schemas.openxmlformats.org/drawingml/2006/main">
              <a:ext uri="{FF2B5EF4-FFF2-40B4-BE49-F238E27FC236}">
                <a16:creationId xmlns:a16="http://schemas.microsoft.com/office/drawing/2014/main" id="{20844C65-79AF-4CFF-A2B7-587E2C6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Причина, правило и следующий шаг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62247F9-2D26-4FB4-85A2-10687841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43b-spec">
            <a:extLst xmlns:a="http://schemas.openxmlformats.org/drawingml/2006/main">
              <a:ext uri="{FF2B5EF4-FFF2-40B4-BE49-F238E27FC236}">
                <a16:creationId xmlns:a16="http://schemas.microsoft.com/office/drawing/2014/main" id="{4C1245E3-276B-4082-95D5-906458AC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лицо / оборот · одинаковый масштаб</a:t>
            </a:r>
          </a:p>
        </p:txBody>
      </p:sp>
      <p:sp>
        <p:nvSpPr>
          <p:cNvPr id="18" name="shot-43b-purpose">
            <a:extLst xmlns:a="http://schemas.openxmlformats.org/drawingml/2006/main">
              <a:ext uri="{FF2B5EF4-FFF2-40B4-BE49-F238E27FC236}">
                <a16:creationId xmlns:a16="http://schemas.microsoft.com/office/drawing/2014/main" id="{714D5E37-CC56-48E0-9ED1-DB41BF24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сделать отказ понятным и обжалуемым</a:t>
            </a:r>
          </a:p>
        </p:txBody>
      </p:sp>
      <p:sp>
        <p:nvSpPr>
          <p:cNvPr id="19" name="shot-43c">
            <a:extLst xmlns:a="http://schemas.openxmlformats.org/drawingml/2006/main">
              <a:ext uri="{FF2B5EF4-FFF2-40B4-BE49-F238E27FC236}">
                <a16:creationId xmlns:a16="http://schemas.microsoft.com/office/drawing/2014/main" id="{0F020D65-4C6A-4E98-BAD1-94F0A0F7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43c-label">
            <a:extLst xmlns:a="http://schemas.openxmlformats.org/drawingml/2006/main">
              <a:ext uri="{FF2B5EF4-FFF2-40B4-BE49-F238E27FC236}">
                <a16:creationId xmlns:a16="http://schemas.microsoft.com/office/drawing/2014/main" id="{864EBE54-5D57-419C-967D-A5728616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PRINT 05 · HELP</a:t>
            </a:r>
          </a:p>
        </p:txBody>
      </p:sp>
      <p:sp>
        <p:nvSpPr>
          <p:cNvPr id="21" name="shot-43c-brief">
            <a:extLst xmlns:a="http://schemas.openxmlformats.org/drawingml/2006/main">
              <a:ext uri="{FF2B5EF4-FFF2-40B4-BE49-F238E27FC236}">
                <a16:creationId xmlns:a16="http://schemas.microsoft.com/office/drawing/2014/main" id="{0B3EE3E2-0BBE-4CFF-B820-C140B31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Независимая помощь без связи с покупкой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6CA6FAAE-3246-4664-80C9-821FE1EC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43c-spec">
            <a:extLst xmlns:a="http://schemas.openxmlformats.org/drawingml/2006/main">
              <a:ext uri="{FF2B5EF4-FFF2-40B4-BE49-F238E27FC236}">
                <a16:creationId xmlns:a16="http://schemas.microsoft.com/office/drawing/2014/main" id="{9B1C7887-D672-4791-9163-C5BC05CD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лицо / оборот · высокий контраст</a:t>
            </a:r>
          </a:p>
        </p:txBody>
      </p:sp>
      <p:sp>
        <p:nvSpPr>
          <p:cNvPr id="24" name="shot-43c-purpose">
            <a:extLst xmlns:a="http://schemas.openxmlformats.org/drawingml/2006/main">
              <a:ext uri="{FF2B5EF4-FFF2-40B4-BE49-F238E27FC236}">
                <a16:creationId xmlns:a16="http://schemas.microsoft.com/office/drawing/2014/main" id="{D50A0326-C232-4C2D-B396-2C5C27D7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оставить путь до, вместо и после покупки</a:t>
            </a:r>
          </a:p>
        </p:txBody>
      </p:sp>
      <p:sp>
        <p:nvSpPr>
          <p:cNvPr id="25" name="shot-43d">
            <a:extLst xmlns:a="http://schemas.openxmlformats.org/drawingml/2006/main">
              <a:ext uri="{FF2B5EF4-FFF2-40B4-BE49-F238E27FC236}">
                <a16:creationId xmlns:a16="http://schemas.microsoft.com/office/drawing/2014/main" id="{75F12D3C-8A48-4CE8-BAF6-CB62A1F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6" name="shot-43d-label">
            <a:extLst xmlns:a="http://schemas.openxmlformats.org/drawingml/2006/main">
              <a:ext uri="{FF2B5EF4-FFF2-40B4-BE49-F238E27FC236}">
                <a16:creationId xmlns:a16="http://schemas.microsoft.com/office/drawing/2014/main" id="{6B025DC7-EAA9-4C04-BEC3-D34FBFC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PRINT 06 · RECALL</a:t>
            </a:r>
          </a:p>
        </p:txBody>
      </p:sp>
      <p:sp>
        <p:nvSpPr>
          <p:cNvPr id="27" name="shot-43d-brief">
            <a:extLst xmlns:a="http://schemas.openxmlformats.org/drawingml/2006/main">
              <a:ext uri="{FF2B5EF4-FFF2-40B4-BE49-F238E27FC236}">
                <a16:creationId xmlns:a16="http://schemas.microsoft.com/office/drawing/2014/main" id="{3BBA2891-AA15-458F-AF65-57E4798F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Уведомление об отзыве партии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B6C012DD-9168-4F2D-9049-86417007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ot-43d-spec">
            <a:extLst xmlns:a="http://schemas.openxmlformats.org/drawingml/2006/main">
              <a:ext uri="{FF2B5EF4-FFF2-40B4-BE49-F238E27FC236}">
                <a16:creationId xmlns:a16="http://schemas.microsoft.com/office/drawing/2014/main" id="{44BDCB43-5627-4E91-ACF9-2D62915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A4/A3 · фронтально</a:t>
            </a:r>
          </a:p>
        </p:txBody>
      </p:sp>
      <p:sp>
        <p:nvSpPr>
          <p:cNvPr id="30" name="shot-43d-purpose">
            <a:extLst xmlns:a="http://schemas.openxmlformats.org/drawingml/2006/main">
              <a:ext uri="{FF2B5EF4-FFF2-40B4-BE49-F238E27FC236}">
                <a16:creationId xmlns:a16="http://schemas.microsoft.com/office/drawing/2014/main" id="{BC338604-D8A8-4D82-B38E-C07F0EC6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530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соединить ID, действие и контакт</a:t>
            </a:r>
          </a:p>
        </p:txBody>
      </p:sp>
    </p:spTree>
    <p:extLst>
      <p:ext uri="{BB962C8B-B14F-4D97-AF65-F5344CB8AC3E}">
        <p14:creationId xmlns:p14="http://schemas.microsoft.com/office/powerpoint/2010/main" val="47614936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D281F5B-CD22-465F-B13F-072FEBF0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PRINT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70DBD7F-04C2-4C3D-945D-2306581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F68610-FD30-4BD0-8312-793B713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Badge описывает роль, одежда не создаёт статус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3A26A3E-E1F5-415D-BA57-D4CD3731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AB67B34-0D12-4ED2-910A-FF97477B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D75ABEB-E8C1-44BA-8EEB-7D9FEAD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44 / 55</a:t>
            </a:r>
          </a:p>
        </p:txBody>
      </p:sp>
      <p:sp>
        <p:nvSpPr>
          <p:cNvPr id="7" name="shot-44a">
            <a:extLst xmlns:a="http://schemas.openxmlformats.org/drawingml/2006/main">
              <a:ext uri="{FF2B5EF4-FFF2-40B4-BE49-F238E27FC236}">
                <a16:creationId xmlns:a16="http://schemas.microsoft.com/office/drawing/2014/main" id="{520EF711-CF50-42B2-BB28-77BDE4FE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4a-label">
            <a:extLst xmlns:a="http://schemas.openxmlformats.org/drawingml/2006/main">
              <a:ext uri="{FF2B5EF4-FFF2-40B4-BE49-F238E27FC236}">
                <a16:creationId xmlns:a16="http://schemas.microsoft.com/office/drawing/2014/main" id="{FFCDCED1-C05F-4F91-B84F-DAB3816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PRINT 07 · BADGE</a:t>
            </a:r>
          </a:p>
        </p:txBody>
      </p:sp>
      <p:sp>
        <p:nvSpPr>
          <p:cNvPr id="9" name="shot-44a-brief">
            <a:extLst xmlns:a="http://schemas.openxmlformats.org/drawingml/2006/main">
              <a:ext uri="{FF2B5EF4-FFF2-40B4-BE49-F238E27FC236}">
                <a16:creationId xmlns:a16="http://schemas.microsoft.com/office/drawing/2014/main" id="{76A794CF-C8D7-4AA3-8A89-6B6F2604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Имя / ID и точное название роли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D90286E-A443-42A6-9037-324A5A2A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4a-spec">
            <a:extLst xmlns:a="http://schemas.openxmlformats.org/drawingml/2006/main">
              <a:ext uri="{FF2B5EF4-FFF2-40B4-BE49-F238E27FC236}">
                <a16:creationId xmlns:a16="http://schemas.microsoft.com/office/drawing/2014/main" id="{8F0C0100-1B17-4B80-8F50-945C7413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лицо / оборот · 1:1</a:t>
            </a:r>
          </a:p>
        </p:txBody>
      </p:sp>
      <p:sp>
        <p:nvSpPr>
          <p:cNvPr id="12" name="shot-44a-purpose">
            <a:extLst xmlns:a="http://schemas.openxmlformats.org/drawingml/2006/main">
              <a:ext uri="{FF2B5EF4-FFF2-40B4-BE49-F238E27FC236}">
                <a16:creationId xmlns:a16="http://schemas.microsoft.com/office/drawing/2014/main" id="{5E851FE9-AD71-4DFB-9B31-594AB9D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различить человека и полномочия текстом</a:t>
            </a:r>
          </a:p>
        </p:txBody>
      </p:sp>
      <p:sp>
        <p:nvSpPr>
          <p:cNvPr id="13" name="shot-44b">
            <a:extLst xmlns:a="http://schemas.openxmlformats.org/drawingml/2006/main">
              <a:ext uri="{FF2B5EF4-FFF2-40B4-BE49-F238E27FC236}">
                <a16:creationId xmlns:a16="http://schemas.microsoft.com/office/drawing/2014/main" id="{AD7198EB-2463-4502-AD77-CC092562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44b-label">
            <a:extLst xmlns:a="http://schemas.openxmlformats.org/drawingml/2006/main">
              <a:ext uri="{FF2B5EF4-FFF2-40B4-BE49-F238E27FC236}">
                <a16:creationId xmlns:a16="http://schemas.microsoft.com/office/drawing/2014/main" id="{6A31B977-BC4E-4E9F-97C8-ECDFE01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APPAREL 01 · FRONT</a:t>
            </a:r>
          </a:p>
        </p:txBody>
      </p:sp>
      <p:sp>
        <p:nvSpPr>
          <p:cNvPr id="15" name="shot-44b-brief">
            <a:extLst xmlns:a="http://schemas.openxmlformats.org/drawingml/2006/main">
              <a:ext uri="{FF2B5EF4-FFF2-40B4-BE49-F238E27FC236}">
                <a16:creationId xmlns:a16="http://schemas.microsoft.com/office/drawing/2014/main" id="{8323F1ED-A1A1-4F1B-98F5-50342EDC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Нейтральная рабочая одежда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B726AEBC-DA6D-4BA3-AF93-C37CBE8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44b-spec">
            <a:extLst xmlns:a="http://schemas.openxmlformats.org/drawingml/2006/main">
              <a:ext uri="{FF2B5EF4-FFF2-40B4-BE49-F238E27FC236}">
                <a16:creationId xmlns:a16="http://schemas.microsoft.com/office/drawing/2014/main" id="{8BCE4CAC-CF60-4C0A-B3E9-4ECF16CD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фронтальный кроп по пояс · нейтральная поза</a:t>
            </a:r>
          </a:p>
        </p:txBody>
      </p:sp>
      <p:sp>
        <p:nvSpPr>
          <p:cNvPr id="18" name="shot-44b-purpose">
            <a:extLst xmlns:a="http://schemas.openxmlformats.org/drawingml/2006/main">
              <a:ext uri="{FF2B5EF4-FFF2-40B4-BE49-F238E27FC236}">
                <a16:creationId xmlns:a16="http://schemas.microsoft.com/office/drawing/2014/main" id="{FEAA1A8D-32DC-44A7-8F9C-DC6B7F98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исключить fashion, полицию, халат и субкультурный код</a:t>
            </a:r>
          </a:p>
        </p:txBody>
      </p:sp>
    </p:spTree>
    <p:extLst>
      <p:ext uri="{BB962C8B-B14F-4D97-AF65-F5344CB8AC3E}">
        <p14:creationId xmlns:p14="http://schemas.microsoft.com/office/powerpoint/2010/main" val="182750941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245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FAD3F7-E7AA-49EE-8CD4-49F9C197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SOLUTION FRAMES · DIGITAL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3E19E721-406E-4FD7-911C-7D6072AA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Digital-сценарий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AF7A5613-3D2A-4C65-AD03-30A28FC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Восемь экранов помогают найти факт и завершить задачу, но не формируют желание.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B9FB9D3-D142-4848-84AC-3B5FDE83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E108B5D-E92F-4C28-B75E-A89C134F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D139748-4E33-4EB3-8802-DDEB4C0C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45 / 55</a:t>
            </a:r>
          </a:p>
        </p:txBody>
      </p:sp>
    </p:spTree>
    <p:extLst>
      <p:ext uri="{BB962C8B-B14F-4D97-AF65-F5344CB8AC3E}">
        <p14:creationId xmlns:p14="http://schemas.microsoft.com/office/powerpoint/2010/main" val="127224050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A9060D7-BF3A-4B7B-A614-BC37861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DIGITAL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D0D0061-485D-434A-B49C-B7CA5E3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2A0FED-9AD7-4F9A-93AA-23DD8D88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Система, класс и сортировка — до продукта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071B95D-92BB-42D0-A2B8-58305842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A991815E-562E-47FF-A9A7-000B5CF7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C8384AD-F1DB-4108-9EBB-32E72B1E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46 / 55</a:t>
            </a:r>
          </a:p>
        </p:txBody>
      </p:sp>
      <p:sp>
        <p:nvSpPr>
          <p:cNvPr id="7" name="shot-46a">
            <a:extLst xmlns:a="http://schemas.openxmlformats.org/drawingml/2006/main">
              <a:ext uri="{FF2B5EF4-FFF2-40B4-BE49-F238E27FC236}">
                <a16:creationId xmlns:a16="http://schemas.microsoft.com/office/drawing/2014/main" id="{195DE0A4-ED38-4C93-8FA3-EAAD9F7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6a-label">
            <a:extLst xmlns:a="http://schemas.openxmlformats.org/drawingml/2006/main">
              <a:ext uri="{FF2B5EF4-FFF2-40B4-BE49-F238E27FC236}">
                <a16:creationId xmlns:a16="http://schemas.microsoft.com/office/drawing/2014/main" id="{E9692162-DC2A-4FAE-9D12-1B6AEE8D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01 · ENTRY</a:t>
            </a:r>
          </a:p>
        </p:txBody>
      </p:sp>
      <p:sp>
        <p:nvSpPr>
          <p:cNvPr id="9" name="shot-46a-brief">
            <a:extLst xmlns:a="http://schemas.openxmlformats.org/drawingml/2006/main">
              <a:ext uri="{FF2B5EF4-FFF2-40B4-BE49-F238E27FC236}">
                <a16:creationId xmlns:a16="http://schemas.microsoft.com/office/drawing/2014/main" id="{1F273A97-BB4D-4AEB-ADB6-1C4F10A0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Вход и объяснение системы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01B750C-79F4-4352-8EDF-BABAC6B2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6a-spec">
            <a:extLst xmlns:a="http://schemas.openxmlformats.org/drawingml/2006/main">
              <a:ext uri="{FF2B5EF4-FFF2-40B4-BE49-F238E27FC236}">
                <a16:creationId xmlns:a16="http://schemas.microsoft.com/office/drawing/2014/main" id="{B1DB2769-F961-445B-9C8D-CA5BE87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desktop 1440×1024 · без device mockup</a:t>
            </a:r>
          </a:p>
        </p:txBody>
      </p:sp>
      <p:sp>
        <p:nvSpPr>
          <p:cNvPr id="12" name="shot-46a-purpose">
            <a:extLst xmlns:a="http://schemas.openxmlformats.org/drawingml/2006/main">
              <a:ext uri="{FF2B5EF4-FFF2-40B4-BE49-F238E27FC236}">
                <a16:creationId xmlns:a16="http://schemas.microsoft.com/office/drawing/2014/main" id="{AC826312-775D-4F54-ABA7-B056151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объяснить знак, риск и доступ без покупки</a:t>
            </a:r>
          </a:p>
        </p:txBody>
      </p:sp>
      <p:sp>
        <p:nvSpPr>
          <p:cNvPr id="13" name="shot-46b">
            <a:extLst xmlns:a="http://schemas.openxmlformats.org/drawingml/2006/main">
              <a:ext uri="{FF2B5EF4-FFF2-40B4-BE49-F238E27FC236}">
                <a16:creationId xmlns:a16="http://schemas.microsoft.com/office/drawing/2014/main" id="{56094BE6-051B-457B-93EF-4416FFC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46b-label">
            <a:extLst xmlns:a="http://schemas.openxmlformats.org/drawingml/2006/main">
              <a:ext uri="{FF2B5EF4-FFF2-40B4-BE49-F238E27FC236}">
                <a16:creationId xmlns:a16="http://schemas.microsoft.com/office/drawing/2014/main" id="{47F5BA25-E5AE-47B5-BFE9-E54B40E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02 · CLASSES</a:t>
            </a:r>
          </a:p>
        </p:txBody>
      </p:sp>
      <p:sp>
        <p:nvSpPr>
          <p:cNvPr id="15" name="shot-46b-brief">
            <a:extLst xmlns:a="http://schemas.openxmlformats.org/drawingml/2006/main">
              <a:ext uri="{FF2B5EF4-FFF2-40B4-BE49-F238E27FC236}">
                <a16:creationId xmlns:a16="http://schemas.microsoft.com/office/drawing/2014/main" id="{3182F471-6FB0-403D-B812-80C89D3C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Карта родовых классов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59C806DE-88C3-445A-B104-4FAD8AF1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46b-spec">
            <a:extLst xmlns:a="http://schemas.openxmlformats.org/drawingml/2006/main">
              <a:ext uri="{FF2B5EF4-FFF2-40B4-BE49-F238E27FC236}">
                <a16:creationId xmlns:a16="http://schemas.microsoft.com/office/drawing/2014/main" id="{4C12EBF3-E1E4-4F33-9D74-A402A8D3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desktop 1440×1024 · статично</a:t>
            </a:r>
          </a:p>
        </p:txBody>
      </p:sp>
      <p:sp>
        <p:nvSpPr>
          <p:cNvPr id="18" name="shot-46b-purpose">
            <a:extLst xmlns:a="http://schemas.openxmlformats.org/drawingml/2006/main">
              <a:ext uri="{FF2B5EF4-FFF2-40B4-BE49-F238E27FC236}">
                <a16:creationId xmlns:a16="http://schemas.microsoft.com/office/drawing/2014/main" id="{5F9F583A-8F87-4FAF-9513-14FD2F5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выбрать класс до ассортимента</a:t>
            </a:r>
          </a:p>
        </p:txBody>
      </p:sp>
      <p:sp>
        <p:nvSpPr>
          <p:cNvPr id="19" name="shot-46c">
            <a:extLst xmlns:a="http://schemas.openxmlformats.org/drawingml/2006/main">
              <a:ext uri="{FF2B5EF4-FFF2-40B4-BE49-F238E27FC236}">
                <a16:creationId xmlns:a16="http://schemas.microsoft.com/office/drawing/2014/main" id="{00A1169A-A5FD-4B12-9930-A142B943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46c-label">
            <a:extLst xmlns:a="http://schemas.openxmlformats.org/drawingml/2006/main">
              <a:ext uri="{FF2B5EF4-FFF2-40B4-BE49-F238E27FC236}">
                <a16:creationId xmlns:a16="http://schemas.microsoft.com/office/drawing/2014/main" id="{45E14460-EB31-426C-8241-68826D2E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03 · TYPES</a:t>
            </a:r>
          </a:p>
        </p:txBody>
      </p:sp>
      <p:sp>
        <p:nvSpPr>
          <p:cNvPr id="21" name="shot-46c-brief">
            <a:extLst xmlns:a="http://schemas.openxmlformats.org/drawingml/2006/main">
              <a:ext uri="{FF2B5EF4-FFF2-40B4-BE49-F238E27FC236}">
                <a16:creationId xmlns:a16="http://schemas.microsoft.com/office/drawing/2014/main" id="{34276964-DB15-489E-9C2E-3EE43C24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Список технических типов и фильтры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CB350A5-4F65-40EB-88B0-CF6B775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46c-spec">
            <a:extLst xmlns:a="http://schemas.openxmlformats.org/drawingml/2006/main">
              <a:ext uri="{FF2B5EF4-FFF2-40B4-BE49-F238E27FC236}">
                <a16:creationId xmlns:a16="http://schemas.microsoft.com/office/drawing/2014/main" id="{5B332F64-F237-4B0E-850D-208F12F1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desktop 1440×1024 · одинаковые строки</a:t>
            </a:r>
          </a:p>
        </p:txBody>
      </p:sp>
      <p:sp>
        <p:nvSpPr>
          <p:cNvPr id="24" name="shot-46c-purpose">
            <a:extLst xmlns:a="http://schemas.openxmlformats.org/drawingml/2006/main">
              <a:ext uri="{FF2B5EF4-FFF2-40B4-BE49-F238E27FC236}">
                <a16:creationId xmlns:a16="http://schemas.microsoft.com/office/drawing/2014/main" id="{0753238A-4F1B-49ED-960C-D4C20836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сортировать по форме, содержанию и режиму</a:t>
            </a:r>
          </a:p>
        </p:txBody>
      </p:sp>
    </p:spTree>
    <p:extLst>
      <p:ext uri="{BB962C8B-B14F-4D97-AF65-F5344CB8AC3E}">
        <p14:creationId xmlns:p14="http://schemas.microsoft.com/office/powerpoint/2010/main" val="43842853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117A646-A108-4B93-A479-DD6099FC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DIGITAL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EDF81D3-EC44-4B3E-ACAF-E2E943FE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EC5ACD-C2C6-402B-8053-08E4B52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Риск — до наличия, сравнение — симметрично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D4ED68-AA88-4695-B3F1-7C82EF0D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A5A77B03-52A2-4954-ADDE-ED3B4A0E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805CE75-A69D-4E21-97E6-77D0FE3A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47 / 55</a:t>
            </a:r>
          </a:p>
        </p:txBody>
      </p:sp>
      <p:sp>
        <p:nvSpPr>
          <p:cNvPr id="7" name="shot-47a">
            <a:extLst xmlns:a="http://schemas.openxmlformats.org/drawingml/2006/main">
              <a:ext uri="{FF2B5EF4-FFF2-40B4-BE49-F238E27FC236}">
                <a16:creationId xmlns:a16="http://schemas.microsoft.com/office/drawing/2014/main" id="{889F628D-B453-48B5-8201-9DAAC0F0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7a-label">
            <a:extLst xmlns:a="http://schemas.openxmlformats.org/drawingml/2006/main">
              <a:ext uri="{FF2B5EF4-FFF2-40B4-BE49-F238E27FC236}">
                <a16:creationId xmlns:a16="http://schemas.microsoft.com/office/drawing/2014/main" id="{1D5A706E-276E-48A8-A834-9C8A8D1D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04 · PRODUCT</a:t>
            </a:r>
          </a:p>
        </p:txBody>
      </p:sp>
      <p:sp>
        <p:nvSpPr>
          <p:cNvPr id="9" name="shot-47a-brief">
            <a:extLst xmlns:a="http://schemas.openxmlformats.org/drawingml/2006/main">
              <a:ext uri="{FF2B5EF4-FFF2-40B4-BE49-F238E27FC236}">
                <a16:creationId xmlns:a16="http://schemas.microsoft.com/office/drawing/2014/main" id="{6A728DAA-3379-414B-A0A4-D321FDA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Карточка продукта без hero-изображения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9E46B84-30A8-41A4-B204-0C45B2B6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7a-spec">
            <a:extLst xmlns:a="http://schemas.openxmlformats.org/drawingml/2006/main">
              <a:ext uri="{FF2B5EF4-FFF2-40B4-BE49-F238E27FC236}">
                <a16:creationId xmlns:a16="http://schemas.microsoft.com/office/drawing/2014/main" id="{433784DD-2D94-4BE1-98DB-4B9301CB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desktop 1440×1024 · полный экран</a:t>
            </a:r>
          </a:p>
        </p:txBody>
      </p:sp>
      <p:sp>
        <p:nvSpPr>
          <p:cNvPr id="12" name="shot-47a-purpose">
            <a:extLst xmlns:a="http://schemas.openxmlformats.org/drawingml/2006/main">
              <a:ext uri="{FF2B5EF4-FFF2-40B4-BE49-F238E27FC236}">
                <a16:creationId xmlns:a16="http://schemas.microsoft.com/office/drawing/2014/main" id="{84239ABB-B8C7-4D85-AFD4-386AB5C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прочитать класс, содержание, риск, условия и источник</a:t>
            </a:r>
          </a:p>
        </p:txBody>
      </p:sp>
      <p:sp>
        <p:nvSpPr>
          <p:cNvPr id="13" name="shot-47b">
            <a:extLst xmlns:a="http://schemas.openxmlformats.org/drawingml/2006/main">
              <a:ext uri="{FF2B5EF4-FFF2-40B4-BE49-F238E27FC236}">
                <a16:creationId xmlns:a16="http://schemas.microsoft.com/office/drawing/2014/main" id="{A56C4872-2E0F-4719-BCC1-8D581B0C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47b-label">
            <a:extLst xmlns:a="http://schemas.openxmlformats.org/drawingml/2006/main">
              <a:ext uri="{FF2B5EF4-FFF2-40B4-BE49-F238E27FC236}">
                <a16:creationId xmlns:a16="http://schemas.microsoft.com/office/drawing/2014/main" id="{0B7EAA6C-6AA3-4780-92AA-98D61388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05 · COMPARE</a:t>
            </a:r>
          </a:p>
        </p:txBody>
      </p:sp>
      <p:sp>
        <p:nvSpPr>
          <p:cNvPr id="15" name="shot-47b-brief">
            <a:extLst xmlns:a="http://schemas.openxmlformats.org/drawingml/2006/main">
              <a:ext uri="{FF2B5EF4-FFF2-40B4-BE49-F238E27FC236}">
                <a16:creationId xmlns:a16="http://schemas.microsoft.com/office/drawing/2014/main" id="{21B1D457-AEEA-4B5A-9BA7-537DE88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Сравнение двух технических типов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8BD4C46-5AE0-4150-92BC-777ACE39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47b-spec">
            <a:extLst xmlns:a="http://schemas.openxmlformats.org/drawingml/2006/main">
              <a:ext uri="{FF2B5EF4-FFF2-40B4-BE49-F238E27FC236}">
                <a16:creationId xmlns:a16="http://schemas.microsoft.com/office/drawing/2014/main" id="{B320E3AC-2647-448E-8CEC-7A2352D5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desktop 1440×1024 · пропорция 6/6</a:t>
            </a:r>
          </a:p>
        </p:txBody>
      </p:sp>
      <p:sp>
        <p:nvSpPr>
          <p:cNvPr id="18" name="shot-47b-purpose">
            <a:extLst xmlns:a="http://schemas.openxmlformats.org/drawingml/2006/main">
              <a:ext uri="{FF2B5EF4-FFF2-40B4-BE49-F238E27FC236}">
                <a16:creationId xmlns:a16="http://schemas.microsoft.com/office/drawing/2014/main" id="{4947D4F0-648F-4F0B-8AA4-BF73A38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только проверяемые свойства и риски</a:t>
            </a:r>
          </a:p>
        </p:txBody>
      </p:sp>
    </p:spTree>
    <p:extLst>
      <p:ext uri="{BB962C8B-B14F-4D97-AF65-F5344CB8AC3E}">
        <p14:creationId xmlns:p14="http://schemas.microsoft.com/office/powerpoint/2010/main" val="162940835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5D64B6-EB53-461D-A4B6-1E35549B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DIGITAL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D07D86C-828B-4DE8-A708-401FF1D9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3D766E-0CC9-477B-AE00-DDA689A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Реестр и помощь остаются доступны без аккаунта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67B23E7-4619-4F91-BF80-E20DF7F3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658FC83-7437-4D04-99A0-05EC1F1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590E3C-1B90-4858-A627-A58E966F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48 / 55</a:t>
            </a:r>
          </a:p>
        </p:txBody>
      </p:sp>
      <p:sp>
        <p:nvSpPr>
          <p:cNvPr id="7" name="shot-48a">
            <a:extLst xmlns:a="http://schemas.openxmlformats.org/drawingml/2006/main">
              <a:ext uri="{FF2B5EF4-FFF2-40B4-BE49-F238E27FC236}">
                <a16:creationId xmlns:a16="http://schemas.microsoft.com/office/drawing/2014/main" id="{0AE057AF-6EC4-4FAD-B8CF-BF9E869F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8a-label">
            <a:extLst xmlns:a="http://schemas.openxmlformats.org/drawingml/2006/main">
              <a:ext uri="{FF2B5EF4-FFF2-40B4-BE49-F238E27FC236}">
                <a16:creationId xmlns:a16="http://schemas.microsoft.com/office/drawing/2014/main" id="{8DDC34CA-4605-4D2F-8A8B-FF18E92A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06 · BATCH / RECALL</a:t>
            </a:r>
          </a:p>
        </p:txBody>
      </p:sp>
      <p:sp>
        <p:nvSpPr>
          <p:cNvPr id="9" name="shot-48a-brief">
            <a:extLst xmlns:a="http://schemas.openxmlformats.org/drawingml/2006/main">
              <a:ext uri="{FF2B5EF4-FFF2-40B4-BE49-F238E27FC236}">
                <a16:creationId xmlns:a16="http://schemas.microsoft.com/office/drawing/2014/main" id="{143BC791-C030-4764-90D3-0EFBF457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Проверка партии и состояние отзыва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EF8CB74-8DF2-4B53-A489-25B0714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8a-spec">
            <a:extLst xmlns:a="http://schemas.openxmlformats.org/drawingml/2006/main">
              <a:ext uri="{FF2B5EF4-FFF2-40B4-BE49-F238E27FC236}">
                <a16:creationId xmlns:a16="http://schemas.microsoft.com/office/drawing/2014/main" id="{F062447C-6F89-4772-B359-8CE7E0E3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desktop 1440×1024 · normal / recall states</a:t>
            </a:r>
          </a:p>
        </p:txBody>
      </p:sp>
      <p:sp>
        <p:nvSpPr>
          <p:cNvPr id="12" name="shot-48a-purpose">
            <a:extLst xmlns:a="http://schemas.openxmlformats.org/drawingml/2006/main">
              <a:ext uri="{FF2B5EF4-FFF2-40B4-BE49-F238E27FC236}">
                <a16:creationId xmlns:a16="http://schemas.microsoft.com/office/drawing/2014/main" id="{4C7954FA-D5C9-4ECB-92C2-951AC334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дать актуальное действие и историю изменения</a:t>
            </a:r>
          </a:p>
        </p:txBody>
      </p:sp>
      <p:sp>
        <p:nvSpPr>
          <p:cNvPr id="13" name="shot-48b">
            <a:extLst xmlns:a="http://schemas.openxmlformats.org/drawingml/2006/main">
              <a:ext uri="{FF2B5EF4-FFF2-40B4-BE49-F238E27FC236}">
                <a16:creationId xmlns:a16="http://schemas.microsoft.com/office/drawing/2014/main" id="{B76ED447-D1D6-4D05-A656-DD10D83E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48b-label">
            <a:extLst xmlns:a="http://schemas.openxmlformats.org/drawingml/2006/main">
              <a:ext uri="{FF2B5EF4-FFF2-40B4-BE49-F238E27FC236}">
                <a16:creationId xmlns:a16="http://schemas.microsoft.com/office/drawing/2014/main" id="{9BBDB6D3-BF8F-4C00-90C9-25D14923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07 · HELP / SOURCES</a:t>
            </a:r>
          </a:p>
        </p:txBody>
      </p:sp>
      <p:sp>
        <p:nvSpPr>
          <p:cNvPr id="15" name="shot-48b-brief">
            <a:extLst xmlns:a="http://schemas.openxmlformats.org/drawingml/2006/main">
              <a:ext uri="{FF2B5EF4-FFF2-40B4-BE49-F238E27FC236}">
                <a16:creationId xmlns:a16="http://schemas.microsoft.com/office/drawing/2014/main" id="{D7F6EF37-6F8A-40C0-B527-E5D8C38E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Помощь, источники и альтернативные форматы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3993DED-7BC2-4387-9FE6-5AB77D5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48b-spec">
            <a:extLst xmlns:a="http://schemas.openxmlformats.org/drawingml/2006/main">
              <a:ext uri="{FF2B5EF4-FFF2-40B4-BE49-F238E27FC236}">
                <a16:creationId xmlns:a16="http://schemas.microsoft.com/office/drawing/2014/main" id="{1ABBC502-84D7-4A9D-A897-26D9EA1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desktop 1440×1024 · plain-language mode</a:t>
            </a:r>
          </a:p>
        </p:txBody>
      </p:sp>
      <p:sp>
        <p:nvSpPr>
          <p:cNvPr id="18" name="shot-48b-purpose">
            <a:extLst xmlns:a="http://schemas.openxmlformats.org/drawingml/2006/main">
              <a:ext uri="{FF2B5EF4-FFF2-40B4-BE49-F238E27FC236}">
                <a16:creationId xmlns:a16="http://schemas.microsoft.com/office/drawing/2014/main" id="{6F0C0B63-2F26-408D-9469-20940914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получить помощь без транзакции и профиля</a:t>
            </a:r>
          </a:p>
        </p:txBody>
      </p:sp>
    </p:spTree>
    <p:extLst>
      <p:ext uri="{BB962C8B-B14F-4D97-AF65-F5344CB8AC3E}">
        <p14:creationId xmlns:p14="http://schemas.microsoft.com/office/powerpoint/2010/main" val="74663927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473BEC-051E-4201-AC13-CD553BAE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DIGITAL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55C7BC5-9FB3-461C-B87E-B17C387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237FEA-D19C-442C-A7E6-3F21BDF4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Экран подтверждает единицу и количество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43DFD60-27A6-48AD-8C95-0956FE52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DC67BD3D-033E-4893-8F27-82F2AE9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D6040B6-CD54-414D-8F0B-6357A76B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49 / 55</a:t>
            </a:r>
          </a:p>
        </p:txBody>
      </p:sp>
      <p:sp>
        <p:nvSpPr>
          <p:cNvPr id="7" name="shot-49a">
            <a:extLst xmlns:a="http://schemas.openxmlformats.org/drawingml/2006/main">
              <a:ext uri="{FF2B5EF4-FFF2-40B4-BE49-F238E27FC236}">
                <a16:creationId xmlns:a16="http://schemas.microsoft.com/office/drawing/2014/main" id="{971DC708-EBCF-4E26-B4FC-E6CE887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49a-label">
            <a:extLst xmlns:a="http://schemas.openxmlformats.org/drawingml/2006/main">
              <a:ext uri="{FF2B5EF4-FFF2-40B4-BE49-F238E27FC236}">
                <a16:creationId xmlns:a16="http://schemas.microsoft.com/office/drawing/2014/main" id="{DB02DF16-FFB8-4844-92A9-59EEA533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SCREEN 08 · ISSUANCE CONFIRMATION</a:t>
            </a:r>
          </a:p>
        </p:txBody>
      </p:sp>
      <p:sp>
        <p:nvSpPr>
          <p:cNvPr id="9" name="shot-49a-brief">
            <a:extLst xmlns:a="http://schemas.openxmlformats.org/drawingml/2006/main">
              <a:ext uri="{FF2B5EF4-FFF2-40B4-BE49-F238E27FC236}">
                <a16:creationId xmlns:a16="http://schemas.microsoft.com/office/drawing/2014/main" id="{115F7EF5-1195-4783-B086-C596AA19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0553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Родовой тип · активное содержание · единица · количество · партия · подтверждение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61DDD3D-DC81-406B-80DE-47F67B7B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49a-spec">
            <a:extLst xmlns:a="http://schemas.openxmlformats.org/drawingml/2006/main">
              <a:ext uri="{FF2B5EF4-FFF2-40B4-BE49-F238E27FC236}">
                <a16:creationId xmlns:a16="http://schemas.microsoft.com/office/drawing/2014/main" id="{10745074-3560-4085-9308-9C573A8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staff desktop 1440×1024 · без рейтинга, маржи и sales prompts</a:t>
            </a:r>
          </a:p>
        </p:txBody>
      </p:sp>
      <p:sp>
        <p:nvSpPr>
          <p:cNvPr id="12" name="shot-49a-purpose">
            <a:extLst xmlns:a="http://schemas.openxmlformats.org/drawingml/2006/main">
              <a:ext uri="{FF2B5EF4-FFF2-40B4-BE49-F238E27FC236}">
                <a16:creationId xmlns:a16="http://schemas.microsoft.com/office/drawing/2014/main" id="{008D461D-9E1B-4FFC-8E3B-522EF324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исключить ошибку перед выдачей</a:t>
            </a:r>
          </a:p>
        </p:txBody>
      </p:sp>
    </p:spTree>
    <p:extLst>
      <p:ext uri="{BB962C8B-B14F-4D97-AF65-F5344CB8AC3E}">
        <p14:creationId xmlns:p14="http://schemas.microsoft.com/office/powerpoint/2010/main" val="81281791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245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C603F0E-B9B9-446B-B7E1-E1861EAA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2F0EA"/>
                </a:solidFill>
                <a:latin typeface="Menlo"/>
                <a:ea typeface="Menlo"/>
                <a:cs typeface="Menlo"/>
              </a:rPr>
              <a:t>SOLUTION FRAMES · SERVICE + SENSORY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CD6B246-46CD-4530-B6F5-0741D37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5400" b="1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Сервис и сенсорика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16013E9E-5A12-471E-9066-484B1DCD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2F0EA"/>
                </a:solidFill>
                <a:latin typeface="Noto Sans"/>
                <a:ea typeface="Noto Sans"/>
                <a:cs typeface="Noto Sans"/>
              </a:rPr>
              <a:t>Процедура, свет и звук поддерживают ясность, приватность и возможность остановиться.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76773D3-E87F-4388-B772-A73F4CB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79F601E-B690-48CD-A5F8-130D6439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BA7D617-EF52-4856-B611-FF12414D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F0E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2F0EA"/>
                </a:solidFill>
                <a:latin typeface="Menlo"/>
                <a:ea typeface="Menlo"/>
                <a:cs typeface="Menlo"/>
              </a:rPr>
              <a:t>50 / 55</a:t>
            </a:r>
          </a:p>
        </p:txBody>
      </p:sp>
    </p:spTree>
    <p:extLst>
      <p:ext uri="{BB962C8B-B14F-4D97-AF65-F5344CB8AC3E}">
        <p14:creationId xmlns:p14="http://schemas.microsoft.com/office/powerpoint/2010/main" val="1695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3B9F95-00D9-403E-A7AB-FB9EC330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SERVICE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906C647-18C6-47DE-9330-323D781A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40AA5C-1391-49B5-9302-AAE16F0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Пять сценариев используют одну и ту же процедуру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189D21F-D536-4CD5-9501-8E8AC939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0218714F-1DDC-4914-BFD5-7A41571A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AC6EC2E-ED11-48FF-B6B9-13128DF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51 / 55</a:t>
            </a:r>
          </a:p>
        </p:txBody>
      </p:sp>
      <p:sp>
        <p:nvSpPr>
          <p:cNvPr id="7" name="shot-51a">
            <a:extLst xmlns:a="http://schemas.openxmlformats.org/drawingml/2006/main">
              <a:ext uri="{FF2B5EF4-FFF2-40B4-BE49-F238E27FC236}">
                <a16:creationId xmlns:a16="http://schemas.microsoft.com/office/drawing/2014/main" id="{420B4CCB-3FD3-4085-9D26-830F2435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51a-label">
            <a:extLst xmlns:a="http://schemas.openxmlformats.org/drawingml/2006/main">
              <a:ext uri="{FF2B5EF4-FFF2-40B4-BE49-F238E27FC236}">
                <a16:creationId xmlns:a16="http://schemas.microsoft.com/office/drawing/2014/main" id="{42C885F2-7E97-4D0B-92CA-421E7C77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SCENARIO 01</a:t>
            </a:r>
          </a:p>
        </p:txBody>
      </p:sp>
      <p:sp>
        <p:nvSpPr>
          <p:cNvPr id="9" name="shot-51a-brief">
            <a:extLst xmlns:a="http://schemas.openxmlformats.org/drawingml/2006/main">
              <a:ext uri="{FF2B5EF4-FFF2-40B4-BE49-F238E27FC236}">
                <a16:creationId xmlns:a16="http://schemas.microsoft.com/office/drawing/2014/main" id="{56860D8D-1BA2-473D-BD9E-EC4F691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Только информация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15A714C-2572-46AE-A03F-5FB3BCC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51a-spec">
            <a:extLst xmlns:a="http://schemas.openxmlformats.org/drawingml/2006/main">
              <a:ext uri="{FF2B5EF4-FFF2-40B4-BE49-F238E27FC236}">
                <a16:creationId xmlns:a16="http://schemas.microsoft.com/office/drawing/2014/main" id="{17A986DB-4F8B-4B49-A498-E15D0F52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 ключевых кадра</a:t>
            </a:r>
          </a:p>
        </p:txBody>
      </p:sp>
      <p:sp>
        <p:nvSpPr>
          <p:cNvPr id="12" name="shot-51a-purpose">
            <a:extLst xmlns:a="http://schemas.openxmlformats.org/drawingml/2006/main">
              <a:ext uri="{FF2B5EF4-FFF2-40B4-BE49-F238E27FC236}">
                <a16:creationId xmlns:a16="http://schemas.microsoft.com/office/drawing/2014/main" id="{92B2B84B-5C68-4E32-B079-3456A82D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не перевести запрос в продажу</a:t>
            </a:r>
          </a:p>
        </p:txBody>
      </p:sp>
      <p:sp>
        <p:nvSpPr>
          <p:cNvPr id="13" name="shot-51b">
            <a:extLst xmlns:a="http://schemas.openxmlformats.org/drawingml/2006/main">
              <a:ext uri="{FF2B5EF4-FFF2-40B4-BE49-F238E27FC236}">
                <a16:creationId xmlns:a16="http://schemas.microsoft.com/office/drawing/2014/main" id="{A25DCB80-CEAB-481E-8376-6A3831A2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51b-label">
            <a:extLst xmlns:a="http://schemas.openxmlformats.org/drawingml/2006/main">
              <a:ext uri="{FF2B5EF4-FFF2-40B4-BE49-F238E27FC236}">
                <a16:creationId xmlns:a16="http://schemas.microsoft.com/office/drawing/2014/main" id="{A2655CB0-924E-4CD8-81E3-DC519173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SCENARIO 02</a:t>
            </a:r>
          </a:p>
        </p:txBody>
      </p:sp>
      <p:sp>
        <p:nvSpPr>
          <p:cNvPr id="15" name="shot-51b-brief">
            <a:extLst xmlns:a="http://schemas.openxmlformats.org/drawingml/2006/main">
              <a:ext uri="{FF2B5EF4-FFF2-40B4-BE49-F238E27FC236}">
                <a16:creationId xmlns:a16="http://schemas.microsoft.com/office/drawing/2014/main" id="{9BA8893B-EE11-46C3-97A0-E2841F2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Стандартная выдача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B01D6186-E54F-4CFA-99AD-81EAA07B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51b-spec">
            <a:extLst xmlns:a="http://schemas.openxmlformats.org/drawingml/2006/main">
              <a:ext uri="{FF2B5EF4-FFF2-40B4-BE49-F238E27FC236}">
                <a16:creationId xmlns:a16="http://schemas.microsoft.com/office/drawing/2014/main" id="{73722F96-5386-4E44-8959-27E022A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 ключевых кадра</a:t>
            </a:r>
          </a:p>
        </p:txBody>
      </p:sp>
      <p:sp>
        <p:nvSpPr>
          <p:cNvPr id="18" name="shot-51b-purpose">
            <a:extLst xmlns:a="http://schemas.openxmlformats.org/drawingml/2006/main">
              <a:ext uri="{FF2B5EF4-FFF2-40B4-BE49-F238E27FC236}">
                <a16:creationId xmlns:a16="http://schemas.microsoft.com/office/drawing/2014/main" id="{536A86EB-DC1C-4554-A301-7AEF7F1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подтвердить тип, единицу и количество</a:t>
            </a:r>
          </a:p>
        </p:txBody>
      </p:sp>
      <p:sp>
        <p:nvSpPr>
          <p:cNvPr id="19" name="shot-51c">
            <a:extLst xmlns:a="http://schemas.openxmlformats.org/drawingml/2006/main">
              <a:ext uri="{FF2B5EF4-FFF2-40B4-BE49-F238E27FC236}">
                <a16:creationId xmlns:a16="http://schemas.microsoft.com/office/drawing/2014/main" id="{A1F265C5-57A5-4FD3-895F-445BD750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51c-label">
            <a:extLst xmlns:a="http://schemas.openxmlformats.org/drawingml/2006/main">
              <a:ext uri="{FF2B5EF4-FFF2-40B4-BE49-F238E27FC236}">
                <a16:creationId xmlns:a16="http://schemas.microsoft.com/office/drawing/2014/main" id="{B5F84B80-D3AB-4716-8A19-D494B439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SCENARIO 03</a:t>
            </a:r>
          </a:p>
        </p:txBody>
      </p:sp>
      <p:sp>
        <p:nvSpPr>
          <p:cNvPr id="21" name="shot-51c-brief">
            <a:extLst xmlns:a="http://schemas.openxmlformats.org/drawingml/2006/main">
              <a:ext uri="{FF2B5EF4-FFF2-40B4-BE49-F238E27FC236}">
                <a16:creationId xmlns:a16="http://schemas.microsoft.com/office/drawing/2014/main" id="{EDB2B050-B01E-433B-B8E2-289A8FB7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Вопрос о сравнении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2A1CDEE4-8263-4529-938B-0C952920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51c-spec">
            <a:extLst xmlns:a="http://schemas.openxmlformats.org/drawingml/2006/main">
              <a:ext uri="{FF2B5EF4-FFF2-40B4-BE49-F238E27FC236}">
                <a16:creationId xmlns:a16="http://schemas.microsoft.com/office/drawing/2014/main" id="{02BFAF62-B9FF-4DD2-A3CA-5A8618EE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 ключевых кадра</a:t>
            </a:r>
          </a:p>
        </p:txBody>
      </p:sp>
      <p:sp>
        <p:nvSpPr>
          <p:cNvPr id="24" name="shot-51c-purpose">
            <a:extLst xmlns:a="http://schemas.openxmlformats.org/drawingml/2006/main">
              <a:ext uri="{FF2B5EF4-FFF2-40B4-BE49-F238E27FC236}">
                <a16:creationId xmlns:a16="http://schemas.microsoft.com/office/drawing/2014/main" id="{E503E971-86B1-43F8-AA4F-7CC69DA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свойства и риск без рекомендации</a:t>
            </a:r>
          </a:p>
        </p:txBody>
      </p:sp>
      <p:sp>
        <p:nvSpPr>
          <p:cNvPr id="25" name="shot-51d">
            <a:extLst xmlns:a="http://schemas.openxmlformats.org/drawingml/2006/main">
              <a:ext uri="{FF2B5EF4-FFF2-40B4-BE49-F238E27FC236}">
                <a16:creationId xmlns:a16="http://schemas.microsoft.com/office/drawing/2014/main" id="{2AD0CBAA-2512-4A46-B92C-8A33DF39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391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6" name="shot-51d-label">
            <a:extLst xmlns:a="http://schemas.openxmlformats.org/drawingml/2006/main">
              <a:ext uri="{FF2B5EF4-FFF2-40B4-BE49-F238E27FC236}">
                <a16:creationId xmlns:a16="http://schemas.microsoft.com/office/drawing/2014/main" id="{D0771259-F35C-46C5-BAE8-3BC0429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SCENARIO 04</a:t>
            </a:r>
          </a:p>
        </p:txBody>
      </p:sp>
      <p:sp>
        <p:nvSpPr>
          <p:cNvPr id="27" name="shot-51d-brief">
            <a:extLst xmlns:a="http://schemas.openxmlformats.org/drawingml/2006/main">
              <a:ext uri="{FF2B5EF4-FFF2-40B4-BE49-F238E27FC236}">
                <a16:creationId xmlns:a16="http://schemas.microsoft.com/office/drawing/2014/main" id="{1F85E569-487F-4CF7-8A18-78272BBF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Понятный отказ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3DFC56CC-F96A-4B7F-8AC8-F2CA4703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ot-51d-spec">
            <a:extLst xmlns:a="http://schemas.openxmlformats.org/drawingml/2006/main">
              <a:ext uri="{FF2B5EF4-FFF2-40B4-BE49-F238E27FC236}">
                <a16:creationId xmlns:a16="http://schemas.microsoft.com/office/drawing/2014/main" id="{ECCE3446-5807-477D-9C47-B19C7190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 ключевых кадра</a:t>
            </a:r>
          </a:p>
        </p:txBody>
      </p:sp>
      <p:sp>
        <p:nvSpPr>
          <p:cNvPr id="30" name="shot-51d-purpose">
            <a:extLst xmlns:a="http://schemas.openxmlformats.org/drawingml/2006/main">
              <a:ext uri="{FF2B5EF4-FFF2-40B4-BE49-F238E27FC236}">
                <a16:creationId xmlns:a16="http://schemas.microsoft.com/office/drawing/2014/main" id="{340D7020-1A22-42E1-916E-125EB0E9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объяснить правило и следующий шаг</a:t>
            </a:r>
          </a:p>
        </p:txBody>
      </p:sp>
      <p:sp>
        <p:nvSpPr>
          <p:cNvPr id="31" name="shot-51e">
            <a:extLst xmlns:a="http://schemas.openxmlformats.org/drawingml/2006/main">
              <a:ext uri="{FF2B5EF4-FFF2-40B4-BE49-F238E27FC236}">
                <a16:creationId xmlns:a16="http://schemas.microsoft.com/office/drawing/2014/main" id="{F89BB3A7-798F-49BA-8C17-13993FC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391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32" name="shot-51e-label">
            <a:extLst xmlns:a="http://schemas.openxmlformats.org/drawingml/2006/main">
              <a:ext uri="{FF2B5EF4-FFF2-40B4-BE49-F238E27FC236}">
                <a16:creationId xmlns:a16="http://schemas.microsoft.com/office/drawing/2014/main" id="{ED693484-8044-4F9A-BFC0-885553A1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SCENARIO 05</a:t>
            </a:r>
          </a:p>
        </p:txBody>
      </p:sp>
      <p:sp>
        <p:nvSpPr>
          <p:cNvPr id="33" name="shot-51e-brief">
            <a:extLst xmlns:a="http://schemas.openxmlformats.org/drawingml/2006/main">
              <a:ext uri="{FF2B5EF4-FFF2-40B4-BE49-F238E27FC236}">
                <a16:creationId xmlns:a16="http://schemas.microsoft.com/office/drawing/2014/main" id="{56DEE536-C99F-49B2-96DE-A66E259E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Запрос помощи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060F0FD6-93E8-4B13-BD9D-610BDFC9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hot-51e-spec">
            <a:extLst xmlns:a="http://schemas.openxmlformats.org/drawingml/2006/main">
              <a:ext uri="{FF2B5EF4-FFF2-40B4-BE49-F238E27FC236}">
                <a16:creationId xmlns:a16="http://schemas.microsoft.com/office/drawing/2014/main" id="{6B0D31AB-6B6D-4768-A536-2BCE4B0F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339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3 ключевых кадра</a:t>
            </a:r>
          </a:p>
        </p:txBody>
      </p:sp>
      <p:sp>
        <p:nvSpPr>
          <p:cNvPr id="36" name="shot-51e-purpose">
            <a:extLst xmlns:a="http://schemas.openxmlformats.org/drawingml/2006/main">
              <a:ext uri="{FF2B5EF4-FFF2-40B4-BE49-F238E27FC236}">
                <a16:creationId xmlns:a16="http://schemas.microsoft.com/office/drawing/2014/main" id="{8FEC83FE-BA90-4E26-BF34-86FF1A42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дать независимый маршрут без покупки</a:t>
            </a:r>
          </a:p>
        </p:txBody>
      </p:sp>
    </p:spTree>
    <p:extLst>
      <p:ext uri="{BB962C8B-B14F-4D97-AF65-F5344CB8AC3E}">
        <p14:creationId xmlns:p14="http://schemas.microsoft.com/office/powerpoint/2010/main" val="189674893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0810A64-CD3B-4F1E-8FD5-F44F665F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SERVICE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EF435E8-4FE7-4557-A19A-8061ABB6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35FD14-C44E-4D16-878B-7817C3A4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Отказ объясняет правило и оставляет следующий шаг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437F890-9BDA-4223-A272-5D8D0EC6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7395959-B853-4E51-BC36-E087CC4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EEE33DF-B769-41B1-90A9-36DE613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52 / 55</a:t>
            </a:r>
          </a:p>
        </p:txBody>
      </p:sp>
      <p:sp>
        <p:nvSpPr>
          <p:cNvPr id="7" name="shot-52a">
            <a:extLst xmlns:a="http://schemas.openxmlformats.org/drawingml/2006/main">
              <a:ext uri="{FF2B5EF4-FFF2-40B4-BE49-F238E27FC236}">
                <a16:creationId xmlns:a16="http://schemas.microsoft.com/office/drawing/2014/main" id="{AC32117C-0AF7-4321-B345-9C7D0250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52a-label">
            <a:extLst xmlns:a="http://schemas.openxmlformats.org/drawingml/2006/main">
              <a:ext uri="{FF2B5EF4-FFF2-40B4-BE49-F238E27FC236}">
                <a16:creationId xmlns:a16="http://schemas.microsoft.com/office/drawing/2014/main" id="{64BAFB83-AACE-465A-95CE-A39DB933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BEAT 01 · PRIVATE</a:t>
            </a:r>
          </a:p>
        </p:txBody>
      </p:sp>
      <p:sp>
        <p:nvSpPr>
          <p:cNvPr id="9" name="shot-52a-brief">
            <a:extLst xmlns:a="http://schemas.openxmlformats.org/drawingml/2006/main">
              <a:ext uri="{FF2B5EF4-FFF2-40B4-BE49-F238E27FC236}">
                <a16:creationId xmlns:a16="http://schemas.microsoft.com/office/drawing/2014/main" id="{C828E4D7-F31D-4E6D-8CE4-3661B4A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Разговор переводится в приватную громкость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CF6C236-AB65-4383-99FE-F90AABC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52a-spec">
            <a:extLst xmlns:a="http://schemas.openxmlformats.org/drawingml/2006/main">
              <a:ext uri="{FF2B5EF4-FFF2-40B4-BE49-F238E27FC236}">
                <a16:creationId xmlns:a16="http://schemas.microsoft.com/office/drawing/2014/main" id="{86570C6E-A787-41F9-918D-ED26969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средний план · одна ось</a:t>
            </a:r>
          </a:p>
        </p:txBody>
      </p:sp>
      <p:sp>
        <p:nvSpPr>
          <p:cNvPr id="12" name="shot-52a-purpose">
            <a:extLst xmlns:a="http://schemas.openxmlformats.org/drawingml/2006/main">
              <a:ext uri="{FF2B5EF4-FFF2-40B4-BE49-F238E27FC236}">
                <a16:creationId xmlns:a16="http://schemas.microsoft.com/office/drawing/2014/main" id="{064BCAC8-D7CE-4135-9153-7EBF4A40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не раскрыть продукт и причину окружающим</a:t>
            </a:r>
          </a:p>
        </p:txBody>
      </p:sp>
      <p:sp>
        <p:nvSpPr>
          <p:cNvPr id="13" name="shot-52b">
            <a:extLst xmlns:a="http://schemas.openxmlformats.org/drawingml/2006/main">
              <a:ext uri="{FF2B5EF4-FFF2-40B4-BE49-F238E27FC236}">
                <a16:creationId xmlns:a16="http://schemas.microsoft.com/office/drawing/2014/main" id="{D440E806-4B82-49DE-948A-4E944F89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52b-label">
            <a:extLst xmlns:a="http://schemas.openxmlformats.org/drawingml/2006/main">
              <a:ext uri="{FF2B5EF4-FFF2-40B4-BE49-F238E27FC236}">
                <a16:creationId xmlns:a16="http://schemas.microsoft.com/office/drawing/2014/main" id="{D50B80E9-FA06-4663-B42C-7494FA36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BEAT 02 · REASON</a:t>
            </a:r>
          </a:p>
        </p:txBody>
      </p:sp>
      <p:sp>
        <p:nvSpPr>
          <p:cNvPr id="15" name="shot-52b-brief">
            <a:extLst xmlns:a="http://schemas.openxmlformats.org/drawingml/2006/main">
              <a:ext uri="{FF2B5EF4-FFF2-40B4-BE49-F238E27FC236}">
                <a16:creationId xmlns:a16="http://schemas.microsoft.com/office/drawing/2014/main" id="{610DB427-BB5A-460D-9937-E72061A9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Причина X названа без оценки человека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430730F5-1C22-46AA-8EC6-2B91322B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52b-spec">
            <a:extLst xmlns:a="http://schemas.openxmlformats.org/drawingml/2006/main">
              <a:ext uri="{FF2B5EF4-FFF2-40B4-BE49-F238E27FC236}">
                <a16:creationId xmlns:a16="http://schemas.microsoft.com/office/drawing/2014/main" id="{C67AE96B-E151-4279-A3FF-D799ADB6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тот же ракурс</a:t>
            </a:r>
          </a:p>
        </p:txBody>
      </p:sp>
      <p:sp>
        <p:nvSpPr>
          <p:cNvPr id="18" name="shot-52b-purpose">
            <a:extLst xmlns:a="http://schemas.openxmlformats.org/drawingml/2006/main">
              <a:ext uri="{FF2B5EF4-FFF2-40B4-BE49-F238E27FC236}">
                <a16:creationId xmlns:a16="http://schemas.microsoft.com/office/drawing/2014/main" id="{A52F217E-F985-4B44-B753-A504383C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отделить правило от морали</a:t>
            </a:r>
          </a:p>
        </p:txBody>
      </p:sp>
      <p:sp>
        <p:nvSpPr>
          <p:cNvPr id="19" name="shot-52c">
            <a:extLst xmlns:a="http://schemas.openxmlformats.org/drawingml/2006/main">
              <a:ext uri="{FF2B5EF4-FFF2-40B4-BE49-F238E27FC236}">
                <a16:creationId xmlns:a16="http://schemas.microsoft.com/office/drawing/2014/main" id="{5FF4A055-F984-4131-B69B-CDB9A48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52c-label">
            <a:extLst xmlns:a="http://schemas.openxmlformats.org/drawingml/2006/main">
              <a:ext uri="{FF2B5EF4-FFF2-40B4-BE49-F238E27FC236}">
                <a16:creationId xmlns:a16="http://schemas.microsoft.com/office/drawing/2014/main" id="{94087E8C-19C6-48BD-89F4-20E7454E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BEAT 03 · NEXT STEP</a:t>
            </a:r>
          </a:p>
        </p:txBody>
      </p:sp>
      <p:sp>
        <p:nvSpPr>
          <p:cNvPr id="21" name="shot-52c-brief">
            <a:extLst xmlns:a="http://schemas.openxmlformats.org/drawingml/2006/main">
              <a:ext uri="{FF2B5EF4-FFF2-40B4-BE49-F238E27FC236}">
                <a16:creationId xmlns:a16="http://schemas.microsoft.com/office/drawing/2014/main" id="{F4878597-3532-463C-B480-BF0C13C5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Показан доступный следующий шаг Y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9E6D00E4-836E-43EC-BC77-16BAD01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52c-spec">
            <a:extLst xmlns:a="http://schemas.openxmlformats.org/drawingml/2006/main">
              <a:ext uri="{FF2B5EF4-FFF2-40B4-BE49-F238E27FC236}">
                <a16:creationId xmlns:a16="http://schemas.microsoft.com/office/drawing/2014/main" id="{23F196B6-5213-4465-AF29-018BA35B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тот же ракурс + носитель</a:t>
            </a:r>
          </a:p>
        </p:txBody>
      </p:sp>
      <p:sp>
        <p:nvSpPr>
          <p:cNvPr id="24" name="shot-52c-purpose">
            <a:extLst xmlns:a="http://schemas.openxmlformats.org/drawingml/2006/main">
              <a:ext uri="{FF2B5EF4-FFF2-40B4-BE49-F238E27FC236}">
                <a16:creationId xmlns:a16="http://schemas.microsoft.com/office/drawing/2014/main" id="{E29A9338-BDE4-4710-9FFD-D784E64C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дать исправление, отсрочку или обжалование</a:t>
            </a:r>
          </a:p>
        </p:txBody>
      </p:sp>
      <p:sp>
        <p:nvSpPr>
          <p:cNvPr id="25" name="shot-52d">
            <a:extLst xmlns:a="http://schemas.openxmlformats.org/drawingml/2006/main">
              <a:ext uri="{FF2B5EF4-FFF2-40B4-BE49-F238E27FC236}">
                <a16:creationId xmlns:a16="http://schemas.microsoft.com/office/drawing/2014/main" id="{A5AAC72A-F10D-48D6-B877-7982C910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6" name="shot-52d-label">
            <a:extLst xmlns:a="http://schemas.openxmlformats.org/drawingml/2006/main">
              <a:ext uri="{FF2B5EF4-FFF2-40B4-BE49-F238E27FC236}">
                <a16:creationId xmlns:a16="http://schemas.microsoft.com/office/drawing/2014/main" id="{61B21DEE-4D73-445E-849F-70467484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BEAT 04 · CLOSE</a:t>
            </a:r>
          </a:p>
        </p:txBody>
      </p:sp>
      <p:sp>
        <p:nvSpPr>
          <p:cNvPr id="27" name="shot-52d-brief">
            <a:extLst xmlns:a="http://schemas.openxmlformats.org/drawingml/2006/main">
              <a:ext uri="{FF2B5EF4-FFF2-40B4-BE49-F238E27FC236}">
                <a16:creationId xmlns:a16="http://schemas.microsoft.com/office/drawing/2014/main" id="{49F9CDEB-5DF9-439E-BE29-BFB9180D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Информация и помощь остаются доступны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6652D214-B5AA-4175-BB7B-98EB29BC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ot-52d-spec">
            <a:extLst xmlns:a="http://schemas.openxmlformats.org/drawingml/2006/main">
              <a:ext uri="{FF2B5EF4-FFF2-40B4-BE49-F238E27FC236}">
                <a16:creationId xmlns:a16="http://schemas.microsoft.com/office/drawing/2014/main" id="{762DA5EE-713E-48E9-9F26-3F633C15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статичный финальный кадр</a:t>
            </a:r>
          </a:p>
        </p:txBody>
      </p:sp>
      <p:sp>
        <p:nvSpPr>
          <p:cNvPr id="30" name="shot-52d-purpose">
            <a:extLst xmlns:a="http://schemas.openxmlformats.org/drawingml/2006/main">
              <a:ext uri="{FF2B5EF4-FFF2-40B4-BE49-F238E27FC236}">
                <a16:creationId xmlns:a16="http://schemas.microsoft.com/office/drawing/2014/main" id="{F0929038-6B4C-41D6-A21F-3B452469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530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завершить без угрозы и sales-языка</a:t>
            </a:r>
          </a:p>
        </p:txBody>
      </p:sp>
    </p:spTree>
    <p:extLst>
      <p:ext uri="{BB962C8B-B14F-4D97-AF65-F5344CB8AC3E}">
        <p14:creationId xmlns:p14="http://schemas.microsoft.com/office/powerpoint/2010/main" val="61965354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CD533BE-CB5E-45F1-92BD-6EC78D5A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SENSORY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44B3459-07C1-4448-B279-BF55474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B92CEA-9F27-4B8D-980C-D1F4844D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Свет поддерживает чтение, звук — приватность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03ECCB5-96E1-4A73-AA2B-28442E31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EED68F7-6D90-4FD1-865C-3D56B156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6B6BC4A-5644-4820-9539-C7AE0FD8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53 / 55</a:t>
            </a:r>
          </a:p>
        </p:txBody>
      </p:sp>
      <p:sp>
        <p:nvSpPr>
          <p:cNvPr id="7" name="shot-53a">
            <a:extLst xmlns:a="http://schemas.openxmlformats.org/drawingml/2006/main">
              <a:ext uri="{FF2B5EF4-FFF2-40B4-BE49-F238E27FC236}">
                <a16:creationId xmlns:a16="http://schemas.microsoft.com/office/drawing/2014/main" id="{DFB35D72-A78D-4DDF-9155-84FFF341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53a-label">
            <a:extLst xmlns:a="http://schemas.openxmlformats.org/drawingml/2006/main">
              <a:ext uri="{FF2B5EF4-FFF2-40B4-BE49-F238E27FC236}">
                <a16:creationId xmlns:a16="http://schemas.microsoft.com/office/drawing/2014/main" id="{C469352E-EC55-4DA2-84B7-A7459DD2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SENSORY 01 · LIGHT</a:t>
            </a:r>
          </a:p>
        </p:txBody>
      </p:sp>
      <p:sp>
        <p:nvSpPr>
          <p:cNvPr id="9" name="shot-53a-brief">
            <a:extLst xmlns:a="http://schemas.openxmlformats.org/drawingml/2006/main">
              <a:ext uri="{FF2B5EF4-FFF2-40B4-BE49-F238E27FC236}">
                <a16:creationId xmlns:a16="http://schemas.microsoft.com/office/drawing/2014/main" id="{0CE96757-E428-4E1F-9769-19257A55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План света и контрольный eye-level вид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109161B-6748-4D46-9271-363FA22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53a-spec">
            <a:extLst xmlns:a="http://schemas.openxmlformats.org/drawingml/2006/main">
              <a:ext uri="{FF2B5EF4-FFF2-40B4-BE49-F238E27FC236}">
                <a16:creationId xmlns:a16="http://schemas.microsoft.com/office/drawing/2014/main" id="{029A18C2-14EB-4E3B-A6AC-E752460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план потолка + false-color lux overlay</a:t>
            </a:r>
          </a:p>
        </p:txBody>
      </p:sp>
      <p:sp>
        <p:nvSpPr>
          <p:cNvPr id="12" name="shot-53a-purpose">
            <a:extLst xmlns:a="http://schemas.openxmlformats.org/drawingml/2006/main">
              <a:ext uri="{FF2B5EF4-FFF2-40B4-BE49-F238E27FC236}">
                <a16:creationId xmlns:a16="http://schemas.microsoft.com/office/drawing/2014/main" id="{5A8FCEC2-9738-408E-9440-3A9771F5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300–500 / 500–750 lux без spotlights</a:t>
            </a:r>
          </a:p>
        </p:txBody>
      </p:sp>
      <p:sp>
        <p:nvSpPr>
          <p:cNvPr id="13" name="shot-53b">
            <a:extLst xmlns:a="http://schemas.openxmlformats.org/drawingml/2006/main">
              <a:ext uri="{FF2B5EF4-FFF2-40B4-BE49-F238E27FC236}">
                <a16:creationId xmlns:a16="http://schemas.microsoft.com/office/drawing/2014/main" id="{172B9260-E07D-4D1D-AE72-22D3F2C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91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53b-label">
            <a:extLst xmlns:a="http://schemas.openxmlformats.org/drawingml/2006/main">
              <a:ext uri="{FF2B5EF4-FFF2-40B4-BE49-F238E27FC236}">
                <a16:creationId xmlns:a16="http://schemas.microsoft.com/office/drawing/2014/main" id="{F39FDA9F-8DF0-4E4E-BFBE-2B0CD47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SENSORY 02 · ACOUSTICS</a:t>
            </a:r>
          </a:p>
        </p:txBody>
      </p:sp>
      <p:sp>
        <p:nvSpPr>
          <p:cNvPr id="15" name="shot-53b-brief">
            <a:extLst xmlns:a="http://schemas.openxmlformats.org/drawingml/2006/main">
              <a:ext uri="{FF2B5EF4-FFF2-40B4-BE49-F238E27FC236}">
                <a16:creationId xmlns:a16="http://schemas.microsoft.com/office/drawing/2014/main" id="{73CB4A95-292C-48A9-94EB-88CD35F9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972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Акустические зоны и границы речи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B354A75-31CE-4590-BD12-E39B223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53b-spec">
            <a:extLst xmlns:a="http://schemas.openxmlformats.org/drawingml/2006/main">
              <a:ext uri="{FF2B5EF4-FFF2-40B4-BE49-F238E27FC236}">
                <a16:creationId xmlns:a16="http://schemas.microsoft.com/office/drawing/2014/main" id="{971D00E9-4EE2-48A3-90AE-F91AB14B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план + разрез · источник / слушатель отмечены</a:t>
            </a:r>
          </a:p>
        </p:txBody>
      </p:sp>
      <p:sp>
        <p:nvSpPr>
          <p:cNvPr id="18" name="shot-53b-purpose">
            <a:extLst xmlns:a="http://schemas.openxmlformats.org/drawingml/2006/main">
              <a:ext uri="{FF2B5EF4-FFF2-40B4-BE49-F238E27FC236}">
                <a16:creationId xmlns:a16="http://schemas.microsoft.com/office/drawing/2014/main" id="{0ED7DFE2-1196-4DDE-BFDB-7369BB4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сохранить нужную речь и скрыть соседнюю транзакцию</a:t>
            </a:r>
          </a:p>
        </p:txBody>
      </p:sp>
    </p:spTree>
    <p:extLst>
      <p:ext uri="{BB962C8B-B14F-4D97-AF65-F5344CB8AC3E}">
        <p14:creationId xmlns:p14="http://schemas.microsoft.com/office/powerpoint/2010/main" val="133061458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FC6FE83-63F4-42EC-B646-EA08D2D2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 · SENSORY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79F688E-2C49-41AF-B4EA-70A0D4F0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0F7EA-32F8-4735-B82D-DACB0504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Три режима сравниваются с одной камеры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F5EDBFC-23A6-4943-9986-AD195EB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7D5D96F-1FE8-4E60-92DF-95CD1D5D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44DE0CA-A9DB-4497-8189-361F38B1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54 / 55</a:t>
            </a:r>
          </a:p>
        </p:txBody>
      </p:sp>
      <p:sp>
        <p:nvSpPr>
          <p:cNvPr id="7" name="shot-54a">
            <a:extLst xmlns:a="http://schemas.openxmlformats.org/drawingml/2006/main">
              <a:ext uri="{FF2B5EF4-FFF2-40B4-BE49-F238E27FC236}">
                <a16:creationId xmlns:a16="http://schemas.microsoft.com/office/drawing/2014/main" id="{FAA3A3DE-772B-4428-AE69-E28D5BA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54a-label">
            <a:extLst xmlns:a="http://schemas.openxmlformats.org/drawingml/2006/main">
              <a:ext uri="{FF2B5EF4-FFF2-40B4-BE49-F238E27FC236}">
                <a16:creationId xmlns:a16="http://schemas.microsoft.com/office/drawing/2014/main" id="{38649F9F-A5CD-4A76-BD4E-7B30D741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CONTROL 01 · COMMERCIAL</a:t>
            </a:r>
          </a:p>
        </p:txBody>
      </p:sp>
      <p:sp>
        <p:nvSpPr>
          <p:cNvPr id="9" name="shot-54a-brief">
            <a:extLst xmlns:a="http://schemas.openxmlformats.org/drawingml/2006/main">
              <a:ext uri="{FF2B5EF4-FFF2-40B4-BE49-F238E27FC236}">
                <a16:creationId xmlns:a16="http://schemas.microsoft.com/office/drawing/2014/main" id="{CB694267-AE0E-421F-9C33-A4E77F4D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Коммерческий свет / звук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D056FCB-B0ED-455A-8211-6C7D35D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54a-spec">
            <a:extLst xmlns:a="http://schemas.openxmlformats.org/drawingml/2006/main">
              <a:ext uri="{FF2B5EF4-FFF2-40B4-BE49-F238E27FC236}">
                <a16:creationId xmlns:a16="http://schemas.microsoft.com/office/drawing/2014/main" id="{EA43CBE8-03A5-42DE-AC6D-F86F07B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одна камера · экспозиция · архитектура</a:t>
            </a:r>
          </a:p>
        </p:txBody>
      </p:sp>
      <p:sp>
        <p:nvSpPr>
          <p:cNvPr id="12" name="shot-54a-purpose">
            <a:extLst xmlns:a="http://schemas.openxmlformats.org/drawingml/2006/main">
              <a:ext uri="{FF2B5EF4-FFF2-40B4-BE49-F238E27FC236}">
                <a16:creationId xmlns:a16="http://schemas.microsoft.com/office/drawing/2014/main" id="{AB00E35B-1342-4B54-A14A-15181F1A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зафиксировать стимулирующий контроль</a:t>
            </a:r>
          </a:p>
        </p:txBody>
      </p:sp>
      <p:sp>
        <p:nvSpPr>
          <p:cNvPr id="13" name="shot-54b">
            <a:extLst xmlns:a="http://schemas.openxmlformats.org/drawingml/2006/main">
              <a:ext uri="{FF2B5EF4-FFF2-40B4-BE49-F238E27FC236}">
                <a16:creationId xmlns:a16="http://schemas.microsoft.com/office/drawing/2014/main" id="{332D82EA-6BD5-4F0B-81E6-76C00C0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14" name="shot-54b-label">
            <a:extLst xmlns:a="http://schemas.openxmlformats.org/drawingml/2006/main">
              <a:ext uri="{FF2B5EF4-FFF2-40B4-BE49-F238E27FC236}">
                <a16:creationId xmlns:a16="http://schemas.microsoft.com/office/drawing/2014/main" id="{1D9C3553-6F37-4414-A286-4FDBE6C0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CONTROL 02 · HOSTILE PLAIN</a:t>
            </a:r>
          </a:p>
        </p:txBody>
      </p:sp>
      <p:sp>
        <p:nvSpPr>
          <p:cNvPr id="15" name="shot-54b-brief">
            <a:extLst xmlns:a="http://schemas.openxmlformats.org/drawingml/2006/main">
              <a:ext uri="{FF2B5EF4-FFF2-40B4-BE49-F238E27FC236}">
                <a16:creationId xmlns:a16="http://schemas.microsoft.com/office/drawing/2014/main" id="{76B5A885-A1F2-43E0-AEBB-F2A08C56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Враждебная plain-среда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4AC5759-F304-4C6E-AD19-D7D58CE6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ot-54b-spec">
            <a:extLst xmlns:a="http://schemas.openxmlformats.org/drawingml/2006/main">
              <a:ext uri="{FF2B5EF4-FFF2-40B4-BE49-F238E27FC236}">
                <a16:creationId xmlns:a16="http://schemas.microsoft.com/office/drawing/2014/main" id="{46EAF7EF-05FD-4381-B022-FC0DAA54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одна камера · экспозиция · архитектура</a:t>
            </a:r>
          </a:p>
        </p:txBody>
      </p:sp>
      <p:sp>
        <p:nvSpPr>
          <p:cNvPr id="18" name="shot-54b-purpose">
            <a:extLst xmlns:a="http://schemas.openxmlformats.org/drawingml/2006/main">
              <a:ext uri="{FF2B5EF4-FFF2-40B4-BE49-F238E27FC236}">
                <a16:creationId xmlns:a16="http://schemas.microsoft.com/office/drawing/2014/main" id="{6A709262-8E82-4151-9F47-82AEBD0E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зафиксировать карательный контроль</a:t>
            </a:r>
          </a:p>
        </p:txBody>
      </p:sp>
      <p:sp>
        <p:nvSpPr>
          <p:cNvPr id="19" name="shot-54c">
            <a:extLst xmlns:a="http://schemas.openxmlformats.org/drawingml/2006/main">
              <a:ext uri="{FF2B5EF4-FFF2-40B4-BE49-F238E27FC236}">
                <a16:creationId xmlns:a16="http://schemas.microsoft.com/office/drawing/2014/main" id="{DE42FD2F-1645-4192-B225-C753B7B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924050"/>
            <a:ext cx="3530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20" name="shot-54c-label">
            <a:extLst xmlns:a="http://schemas.openxmlformats.org/drawingml/2006/main">
              <a:ext uri="{FF2B5EF4-FFF2-40B4-BE49-F238E27FC236}">
                <a16:creationId xmlns:a16="http://schemas.microsoft.com/office/drawing/2014/main" id="{21D514B8-EF77-4B48-8855-46DA0769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1145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PROTOTYPE · RC</a:t>
            </a:r>
          </a:p>
        </p:txBody>
      </p:sp>
      <p:sp>
        <p:nvSpPr>
          <p:cNvPr id="21" name="shot-54c-brief">
            <a:extLst xmlns:a="http://schemas.openxmlformats.org/drawingml/2006/main">
              <a:ext uri="{FF2B5EF4-FFF2-40B4-BE49-F238E27FC236}">
                <a16:creationId xmlns:a16="http://schemas.microsoft.com/office/drawing/2014/main" id="{F7C251CF-A70B-441C-A8E5-608A3BE7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457450"/>
            <a:ext cx="3111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Responsible Control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5497A4FD-22AE-4F57-BE52-32E43DF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781550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ot-54c-spec">
            <a:extLst xmlns:a="http://schemas.openxmlformats.org/drawingml/2006/main">
              <a:ext uri="{FF2B5EF4-FFF2-40B4-BE49-F238E27FC236}">
                <a16:creationId xmlns:a16="http://schemas.microsoft.com/office/drawing/2014/main" id="{769802BA-D9BB-4D36-A512-991DD4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8768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одна камера · экспозиция · архитектура</a:t>
            </a:r>
          </a:p>
        </p:txBody>
      </p:sp>
      <p:sp>
        <p:nvSpPr>
          <p:cNvPr id="24" name="shot-54c-purpose">
            <a:extLst xmlns:a="http://schemas.openxmlformats.org/drawingml/2006/main">
              <a:ext uri="{FF2B5EF4-FFF2-40B4-BE49-F238E27FC236}">
                <a16:creationId xmlns:a16="http://schemas.microsoft.com/office/drawing/2014/main" id="{B7942329-B42B-4C5F-BF08-9B3CDA75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143500"/>
            <a:ext cx="311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сравнить понимание, давление и приватность</a:t>
            </a:r>
          </a:p>
        </p:txBody>
      </p:sp>
    </p:spTree>
    <p:extLst>
      <p:ext uri="{BB962C8B-B14F-4D97-AF65-F5344CB8AC3E}">
        <p14:creationId xmlns:p14="http://schemas.microsoft.com/office/powerpoint/2010/main" val="107530888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6A1042A-96C1-4DAF-A498-2E81315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SOLUTION FRAMES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94007B2-1F09-47DC-AD6C-FD46642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F52F0B-0388-4CC5-9E9E-B11B5AD7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Весь прототип должен читаться как одна система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B18EE50-5B5C-47BC-8200-7BC55EC4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9C102D4-1D84-4E1A-BBD4-09362B5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RESPONSIBLE CONTROL · INFORMATION STANDARD · v0.1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33F2B02-2BAC-4E44-9BDA-296A56BB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55 / 55</a:t>
            </a:r>
          </a:p>
        </p:txBody>
      </p:sp>
      <p:sp>
        <p:nvSpPr>
          <p:cNvPr id="7" name="shot-55a">
            <a:extLst xmlns:a="http://schemas.openxmlformats.org/drawingml/2006/main">
              <a:ext uri="{FF2B5EF4-FFF2-40B4-BE49-F238E27FC236}">
                <a16:creationId xmlns:a16="http://schemas.microsoft.com/office/drawing/2014/main" id="{5D825669-48EE-4250-892A-D50EA06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F"/>
          </a:solidFill>
          <a:ln xmlns:a="http://schemas.openxmlformats.org/drawingml/2006/main" w="19050">
            <a:solidFill>
              <a:srgbClr val="C9C7C0"/>
            </a:solidFill>
            <a:prstDash val="solid"/>
          </a:ln>
        </p:spPr>
      </p:sp>
      <p:sp>
        <p:nvSpPr>
          <p:cNvPr id="8" name="shot-55a-label">
            <a:extLst xmlns:a="http://schemas.openxmlformats.org/drawingml/2006/main">
              <a:ext uri="{FF2B5EF4-FFF2-40B4-BE49-F238E27FC236}">
                <a16:creationId xmlns:a16="http://schemas.microsoft.com/office/drawing/2014/main" id="{7BDB4481-7762-4CD2-B9F9-053ADC34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FINAL VIEW · COMPLETE PROTOTYPE</a:t>
            </a:r>
          </a:p>
        </p:txBody>
      </p:sp>
      <p:sp>
        <p:nvSpPr>
          <p:cNvPr id="9" name="shot-55a-brief">
            <a:extLst xmlns:a="http://schemas.openxmlformats.org/drawingml/2006/main">
              <a:ext uri="{FF2B5EF4-FFF2-40B4-BE49-F238E27FC236}">
                <a16:creationId xmlns:a16="http://schemas.microsoft.com/office/drawing/2014/main" id="{98C5C92D-1080-4599-915E-7705BB34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0553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Упаковка · пространство · печать · digital · сервис · сенсорные режимы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7F5EF1A-4CC9-4F6A-A450-CB336C7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55a-spec">
            <a:extLst xmlns:a="http://schemas.openxmlformats.org/drawingml/2006/main">
              <a:ext uri="{FF2B5EF4-FFF2-40B4-BE49-F238E27FC236}">
                <a16:creationId xmlns:a16="http://schemas.microsoft.com/office/drawing/2014/main" id="{8311592E-B891-499B-BD53-6FED67C4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C5C58"/>
                </a:solidFill>
                <a:latin typeface="Menlo"/>
                <a:ea typeface="Menlo"/>
                <a:cs typeface="Menlo"/>
              </a:rPr>
              <a:t>общий документальный вид · без product hero · все носители различимы</a:t>
            </a:r>
          </a:p>
        </p:txBody>
      </p:sp>
      <p:sp>
        <p:nvSpPr>
          <p:cNvPr id="12" name="shot-55a-purpose">
            <a:extLst xmlns:a="http://schemas.openxmlformats.org/drawingml/2006/main">
              <a:ext uri="{FF2B5EF4-FFF2-40B4-BE49-F238E27FC236}">
                <a16:creationId xmlns:a16="http://schemas.microsoft.com/office/drawing/2014/main" id="{17F373DE-8AB8-4C9B-990D-23DAB4F7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Функция: проверить одну последовательность данных на всех точках контакта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7CFCE5-97DB-452B-B893-40A98BCD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AC2007-56EB-4224-B327-CAF3B664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435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упаковочных прототипов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A22A0A-FC68-4054-827B-8B100BA5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4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C4D539-3426-436C-B770-F79A172F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435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пространственных зон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E6802A1-B2C4-4714-A6BD-8310810E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8851E26-6D1E-48F0-9211-D300C3DA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435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печатных носителей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7FEE6C9-4B98-4598-B737-3A74188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24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B78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245B78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760D75D-0DC2-46C4-AE12-594958D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1717"/>
                </a:solidFill>
                <a:latin typeface="Noto Sans"/>
                <a:ea typeface="Noto Sans"/>
                <a:cs typeface="Noto Sans"/>
              </a:rPr>
              <a:t>digital-экранов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1364A07-7673-4CB4-A9D8-1475A98E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5C58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5C5C58"/>
                </a:solidFill>
                <a:latin typeface="Noto Sans"/>
                <a:ea typeface="Noto Sans"/>
                <a:cs typeface="Noto Sans"/>
              </a:rPr>
              <a:t>После замены плейсхолдеров — только проверка понимания, давления, приватности и доступности.</a:t>
            </a:r>
          </a:p>
        </p:txBody>
      </p:sp>
    </p:spTree>
    <p:extLst>
      <p:ext uri="{BB962C8B-B14F-4D97-AF65-F5344CB8AC3E}">
        <p14:creationId xmlns:p14="http://schemas.microsoft.com/office/powerpoint/2010/main" val="1137276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2026-09-03T23:59:19.1610000Z</dcterms:created>
  <dcterms:modified xsi:type="dcterms:W3CDTF">2026-09-03T23:59:19.1610000Z</dcterms:modified>
</coreProperties>
</file>